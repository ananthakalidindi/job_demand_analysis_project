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8" r:id="rId1"/>
  </p:sldMasterIdLst>
  <p:notesMasterIdLst>
    <p:notesMasterId r:id="rId18"/>
  </p:notesMasterIdLst>
  <p:sldIdLst>
    <p:sldId id="256" r:id="rId2"/>
    <p:sldId id="257" r:id="rId3"/>
    <p:sldId id="258" r:id="rId4"/>
    <p:sldId id="259" r:id="rId5"/>
    <p:sldId id="274" r:id="rId6"/>
    <p:sldId id="279" r:id="rId7"/>
    <p:sldId id="276" r:id="rId8"/>
    <p:sldId id="280" r:id="rId9"/>
    <p:sldId id="286" r:id="rId10"/>
    <p:sldId id="271" r:id="rId11"/>
    <p:sldId id="281" r:id="rId12"/>
    <p:sldId id="283" r:id="rId13"/>
    <p:sldId id="285" r:id="rId14"/>
    <p:sldId id="284" r:id="rId15"/>
    <p:sldId id="268" r:id="rId16"/>
    <p:sldId id="269" r:id="rId17"/>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EFFCF-5E76-48BE-824B-78A65C8E0EA7}" v="41" dt="2026-10-02T14:14:13.99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77" d="100"/>
          <a:sy n="77" d="100"/>
        </p:scale>
        <p:origin x="1618"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02-10-2026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pPr/>
              <a:t>11</a:t>
            </a:fld>
            <a:endParaRPr lang="en-IN"/>
          </a:p>
        </p:txBody>
      </p:sp>
    </p:spTree>
    <p:extLst>
      <p:ext uri="{BB962C8B-B14F-4D97-AF65-F5344CB8AC3E}">
        <p14:creationId xmlns:p14="http://schemas.microsoft.com/office/powerpoint/2010/main" val="15275766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597825"/>
            <a:ext cx="4866370" cy="54442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noChangeAspect="1"/>
          </p:cNvSpPr>
          <p:nvPr>
            <p:ph type="pic" sz="quarter" idx="13" hasCustomPrompt="1"/>
          </p:nvPr>
        </p:nvSpPr>
        <p:spPr>
          <a:xfrm>
            <a:off x="0" y="-1"/>
            <a:ext cx="10058400" cy="5421907"/>
          </a:xfrm>
          <a:blipFill>
            <a:blip r:embed="rId2">
              <a:alphaModFix amt="70000"/>
            </a:blip>
            <a:stretch>
              <a:fillRect/>
            </a:stretch>
          </a:blipFill>
        </p:spPr>
        <p:txBody>
          <a:bodyPr anchor="t"/>
          <a:lstStyle>
            <a:lvl1pPr>
              <a:defRPr/>
            </a:lvl1pPr>
          </a:lstStyle>
          <a:p>
            <a:endParaRP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5119890" y="5598344"/>
            <a:ext cx="3646526" cy="543386"/>
          </a:xfrm>
        </p:spPr>
        <p:txBody>
          <a:bodyPr anchor="t"/>
          <a:lstStyle>
            <a:lvl1pPr>
              <a:defRPr sz="1812"/>
            </a:lvl1pPr>
          </a:lstStyle>
          <a:p>
            <a:r>
              <a:rPr lang="en-US" dirty="0"/>
              <a:t>
              </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9704304" y="5597825"/>
            <a:ext cx="354096" cy="413808"/>
          </a:xfrm>
        </p:spPr>
        <p:txBody>
          <a:bodyPr/>
          <a:lstStyle/>
          <a:p>
            <a:fld id="{CC057153-B650-4DEB-B370-79DDCFDCE934}" type="slidenum">
              <a:rPr lang="en-US" dirty="0"/>
              <a:pPr/>
              <a:t>‹#›</a:t>
            </a:fld>
            <a:endParaRPr lang="en-US" dirty="0"/>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0004" y="6656547"/>
            <a:ext cx="829818" cy="1139952"/>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6374" y="6481385"/>
            <a:ext cx="4880839" cy="1295400"/>
          </a:xfrm>
        </p:spPr>
        <p:txBody>
          <a:bodyPr anchor="b">
            <a:normAutofit/>
          </a:bodyPr>
          <a:lstStyle>
            <a:lvl1pPr>
              <a:lnSpc>
                <a:spcPct val="60000"/>
              </a:lnSpc>
              <a:defRPr sz="6729"/>
            </a:lvl1pPr>
          </a:lstStyle>
          <a:p>
            <a:r>
              <a:rPr lang="en-US" dirty="0"/>
              <a:t>Click to edit Master title style</a:t>
            </a:r>
          </a:p>
        </p:txBody>
      </p:sp>
    </p:spTree>
    <p:extLst>
      <p:ext uri="{BB962C8B-B14F-4D97-AF65-F5344CB8AC3E}">
        <p14:creationId xmlns:p14="http://schemas.microsoft.com/office/powerpoint/2010/main" val="4174659548"/>
      </p:ext>
    </p:extLst>
  </p:cSld>
  <p:clrMapOvr>
    <a:masterClrMapping/>
  </p:clrMapOvr>
  <p:extLst>
    <p:ext uri="{DCECCB84-F9BA-43D5-87BE-67443E8EF086}">
      <p15:sldGuideLst xmlns:p15="http://schemas.microsoft.com/office/powerpoint/2012/main">
        <p15:guide id="5" orient="horz" pos="2448" userDrawn="1">
          <p15:clr>
            <a:srgbClr val="FBAE40"/>
          </p15:clr>
        </p15:guide>
        <p15:guide id="6" pos="316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425905" y="1147132"/>
            <a:ext cx="9168232" cy="963099"/>
          </a:xfrm>
        </p:spPr>
        <p:txBody>
          <a:bodyPr/>
          <a:lstStyle/>
          <a:p>
            <a:r>
              <a:rPr lang="en-US" dirty="0"/>
              <a:t>Click to edit Master title style</a:t>
            </a:r>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447459" y="125080"/>
            <a:ext cx="4353403" cy="413808"/>
          </a:xfrm>
        </p:spPr>
        <p:txBody>
          <a:bodyPr/>
          <a:lstStyle/>
          <a:p>
            <a:r>
              <a:rPr lang="en-US" dirty="0"/>
              <a:t>
              </a:t>
            </a: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9177266" y="118603"/>
            <a:ext cx="354096" cy="413808"/>
          </a:xfrm>
        </p:spPr>
        <p:txBody>
          <a:bodyPr/>
          <a:lstStyle/>
          <a:p>
            <a:fld id="{CC057153-B650-4DEB-B370-79DDCFDCE934}" type="slidenum">
              <a:rPr lang="en-US" dirty="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45084" y="2397614"/>
            <a:ext cx="9086278" cy="5045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94258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6184843"/>
            <a:ext cx="3470148" cy="1564843"/>
          </a:xfrm>
        </p:spPr>
        <p:txBody>
          <a:bodyPr vert="horz" lIns="91440" tIns="45720" rIns="91440" bIns="45720" rtlCol="0" anchor="b">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hasCustomPrompt="1"/>
          </p:nvPr>
        </p:nvSpPr>
        <p:spPr>
          <a:xfrm>
            <a:off x="5029200" y="0"/>
            <a:ext cx="5029200" cy="7772400"/>
          </a:xfrm>
          <a:blipFill>
            <a:blip r:embed="rId2">
              <a:alphaModFix amt="70000"/>
            </a:blip>
            <a:stretch>
              <a:fillRect/>
            </a:stretch>
          </a:blipFill>
        </p:spPr>
        <p:txBody>
          <a:bodyPr anchor="t"/>
          <a:lstStyle>
            <a:lvl1pPr>
              <a:defRPr/>
            </a:lvl1pPr>
          </a:lstStyle>
          <a:p>
            <a:endParaRP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5088" y="92129"/>
            <a:ext cx="3839794" cy="4238549"/>
          </a:xfrm>
        </p:spPr>
        <p:txBody>
          <a:bodyPr/>
          <a:lstStyle/>
          <a:p>
            <a:r>
              <a:rPr lang="en-US" dirty="0"/>
              <a:t>Click to edit Master title style</a:t>
            </a:r>
          </a:p>
        </p:txBody>
      </p:sp>
    </p:spTree>
    <p:extLst>
      <p:ext uri="{BB962C8B-B14F-4D97-AF65-F5344CB8AC3E}">
        <p14:creationId xmlns:p14="http://schemas.microsoft.com/office/powerpoint/2010/main" val="4120827664"/>
      </p:ext>
    </p:extLst>
  </p:cSld>
  <p:clrMapOvr>
    <a:masterClrMapping/>
  </p:clrMapOvr>
  <p:extLst>
    <p:ext uri="{DCECCB84-F9BA-43D5-87BE-67443E8EF086}">
      <p15:sldGuideLst xmlns:p15="http://schemas.microsoft.com/office/powerpoint/2012/main">
        <p15:guide id="5" orient="horz" pos="2448" userDrawn="1">
          <p15:clr>
            <a:srgbClr val="FBAE40"/>
          </p15:clr>
        </p15:guide>
        <p15:guide id="6" pos="316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997725"/>
            <a:ext cx="4860186" cy="742151"/>
          </a:xfrm>
        </p:spPr>
        <p:txBody>
          <a:bodyPr vert="horz" lIns="91440" tIns="45720" rIns="91440" bIns="45720" rtlCol="0" anchor="b">
            <a:normAutofit/>
          </a:bodyPr>
          <a:lstStyle>
            <a:lvl1pPr>
              <a:defRPr lang="en-US" dirty="0"/>
            </a:lvl1pPr>
          </a:lstStyle>
          <a:p>
            <a:pPr lvl="0"/>
            <a:r>
              <a:rPr lang="en-US" dirty="0"/>
              <a:t>Click to edit Master subtitle style</a:t>
            </a:r>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60004" y="6656547"/>
            <a:ext cx="829818" cy="1139952"/>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r>
              <a:rPr lang="en-US" dirty="0"/>
              <a:t>
              </a:t>
            </a: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endParaRPr lang="en-US" dirty="0"/>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C057153-B650-4DEB-B370-79DDCFDCE934}" type="slidenum">
              <a:rPr lang="en-US" dirty="0"/>
              <a:pPr/>
              <a:t>‹#›</a:t>
            </a:fld>
            <a:endParaRPr lang="en-US" dirty="0"/>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5088" y="2447583"/>
            <a:ext cx="7988884" cy="4280002"/>
          </a:xfrm>
        </p:spPr>
        <p:txBody>
          <a:bodyPr anchor="b"/>
          <a:lstStyle/>
          <a:p>
            <a:r>
              <a:rPr lang="en-US" dirty="0"/>
              <a:t>Click to edit Master title style</a:t>
            </a:r>
          </a:p>
        </p:txBody>
      </p:sp>
    </p:spTree>
    <p:extLst>
      <p:ext uri="{BB962C8B-B14F-4D97-AF65-F5344CB8AC3E}">
        <p14:creationId xmlns:p14="http://schemas.microsoft.com/office/powerpoint/2010/main" val="2831772047"/>
      </p:ext>
    </p:extLst>
  </p:cSld>
  <p:clrMapOvr>
    <a:masterClrMapping/>
  </p:clrMapOvr>
  <p:extLst>
    <p:ext uri="{DCECCB84-F9BA-43D5-87BE-67443E8EF086}">
      <p15:sldGuideLst xmlns:p15="http://schemas.microsoft.com/office/powerpoint/2012/main">
        <p15:guide id="5" orient="horz" pos="2448" userDrawn="1">
          <p15:clr>
            <a:srgbClr val="FBAE40"/>
          </p15:clr>
        </p15:guide>
        <p15:guide id="6" pos="316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86318" y="94208"/>
            <a:ext cx="603504" cy="829056"/>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5087" y="2475236"/>
            <a:ext cx="6661175" cy="5347411"/>
          </a:xfrm>
        </p:spPr>
        <p:txBody>
          <a:bodyPr anchor="b"/>
          <a:lstStyle/>
          <a:p>
            <a:r>
              <a:rPr lang="en-US" dirty="0"/>
              <a:t>Click to edit Master title style</a:t>
            </a:r>
          </a:p>
        </p:txBody>
      </p:sp>
    </p:spTree>
    <p:extLst>
      <p:ext uri="{BB962C8B-B14F-4D97-AF65-F5344CB8AC3E}">
        <p14:creationId xmlns:p14="http://schemas.microsoft.com/office/powerpoint/2010/main" val="4194352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448" userDrawn="1">
          <p15:clr>
            <a:srgbClr val="FBAE40"/>
          </p15:clr>
        </p15:guide>
        <p15:guide id="6" pos="316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087" y="93269"/>
            <a:ext cx="6715219" cy="1761744"/>
          </a:xfrm>
        </p:spPr>
        <p:txBody>
          <a:bodyPr anchor="t">
            <a:normAutofit/>
          </a:bodyPr>
          <a:lstStyle>
            <a:lvl1pPr>
              <a:defRPr sz="7247"/>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2149335"/>
            <a:ext cx="6715220" cy="4032291"/>
          </a:xfrm>
        </p:spPr>
        <p:txBody>
          <a:bodyPr>
            <a:normAutofit/>
          </a:bodyPr>
          <a:lstStyle>
            <a:lvl1pPr marL="443747" indent="-443747">
              <a:buFont typeface="+mj-lt"/>
              <a:buAutoNum type="arabicPeriod"/>
              <a:defRPr sz="1812"/>
            </a:lvl1pPr>
            <a:lvl2pPr marL="739578" indent="-443747">
              <a:buFont typeface="+mj-lt"/>
              <a:buAutoNum type="arabicPeriod"/>
              <a:defRPr sz="1812"/>
            </a:lvl2pPr>
            <a:lvl3pPr marL="1035409" indent="-443747">
              <a:buFont typeface="+mj-lt"/>
              <a:buAutoNum type="arabicPeriod"/>
              <a:defRPr sz="1812"/>
            </a:lvl3pPr>
            <a:lvl4pPr marL="1331241" indent="-443747">
              <a:buFont typeface="+mj-lt"/>
              <a:buAutoNum type="arabicPeriod"/>
              <a:defRPr sz="1812"/>
            </a:lvl4pPr>
            <a:lvl5pPr marL="1627072" indent="-443747">
              <a:buFont typeface="+mj-lt"/>
              <a:buAutoNum type="arabicPeriod"/>
              <a:defRPr sz="1812"/>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Oval 7">
            <a:extLst>
              <a:ext uri="{FF2B5EF4-FFF2-40B4-BE49-F238E27FC236}">
                <a16:creationId xmlns:a16="http://schemas.microsoft.com/office/drawing/2014/main" id="{175C8E38-E957-9E3C-9A05-717C0F009AB9}"/>
              </a:ext>
            </a:extLst>
          </p:cNvPr>
          <p:cNvSpPr/>
          <p:nvPr/>
        </p:nvSpPr>
        <p:spPr>
          <a:xfrm>
            <a:off x="7055822" y="3647647"/>
            <a:ext cx="2935271" cy="4032291"/>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9704305" y="114129"/>
            <a:ext cx="354096" cy="413808"/>
          </a:xfrm>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293240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087277" y="704698"/>
            <a:ext cx="4444040" cy="2059151"/>
          </a:xfrm>
        </p:spPr>
        <p:txBody>
          <a:bodyPr anchor="t">
            <a:noAutofit/>
          </a:bodyPr>
          <a:lstStyle>
            <a:lvl1pPr>
              <a:defRPr sz="7247"/>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noChangeAspect="1"/>
          </p:cNvSpPr>
          <p:nvPr>
            <p:ph type="pic" sz="quarter" idx="14" hasCustomPrompt="1"/>
          </p:nvPr>
        </p:nvSpPr>
        <p:spPr>
          <a:xfrm>
            <a:off x="0" y="0"/>
            <a:ext cx="4872980" cy="7772400"/>
          </a:xfrm>
          <a:blipFill>
            <a:blip r:embed="rId2">
              <a:alphaModFix amt="70000"/>
            </a:blip>
            <a:stretch>
              <a:fillRect/>
            </a:stretch>
          </a:blipFill>
        </p:spPr>
        <p:txBody>
          <a:bodyPr anchor="t"/>
          <a:lstStyle>
            <a:lvl1pPr>
              <a:defRPr/>
            </a:lvl1pPr>
          </a:lstStyle>
          <a:p>
            <a:endParaRP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07153" y="125080"/>
            <a:ext cx="4413122" cy="413808"/>
          </a:xfrm>
        </p:spPr>
        <p:txBody>
          <a:bodyPr/>
          <a:lstStyle/>
          <a:p>
            <a:r>
              <a:rPr lang="en-US" dirty="0"/>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9704305" y="125080"/>
            <a:ext cx="354096" cy="413808"/>
          </a:xfrm>
        </p:spPr>
        <p:txBody>
          <a:bodyPr/>
          <a:lstStyle/>
          <a:p>
            <a:fld id="{CC057153-B650-4DEB-B370-79DDCFDCE934}" type="slidenum">
              <a:rPr lang="en-US" dirty="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07152" y="3105592"/>
            <a:ext cx="4872980" cy="4642714"/>
          </a:xfrm>
        </p:spPr>
        <p:txBody>
          <a:bodyPr anchor="b">
            <a:normAutofit/>
          </a:bodyPr>
          <a:lstStyle>
            <a:lvl1pPr marL="443747" indent="-443747">
              <a:buFont typeface="+mj-lt"/>
              <a:buAutoNum type="arabicPeriod"/>
              <a:defRPr sz="1812"/>
            </a:lvl1pPr>
            <a:lvl2pPr marL="739578" indent="-443747">
              <a:buFont typeface="+mj-lt"/>
              <a:buAutoNum type="arabicPeriod"/>
              <a:defRPr sz="1812"/>
            </a:lvl2pPr>
            <a:lvl3pPr marL="1035409" indent="-443747">
              <a:buFont typeface="+mj-lt"/>
              <a:buAutoNum type="arabicPeriod"/>
              <a:defRPr sz="1812"/>
            </a:lvl3pPr>
            <a:lvl4pPr marL="1331241" indent="-443747">
              <a:buFont typeface="+mj-lt"/>
              <a:buAutoNum type="arabicPeriod"/>
              <a:defRPr sz="1812"/>
            </a:lvl4pPr>
            <a:lvl5pPr marL="1627072" indent="-443747">
              <a:buFont typeface="+mj-lt"/>
              <a:buAutoNum type="arabicPeriod"/>
              <a:defRPr sz="1812"/>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89372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445207" y="1119225"/>
            <a:ext cx="4427346" cy="4583776"/>
          </a:xfrm>
        </p:spPr>
        <p:txBody>
          <a:bodyPr>
            <a:normAutofit/>
          </a:bodyPr>
          <a:lstStyle>
            <a:lvl1pPr>
              <a:defRPr sz="7247"/>
            </a:lvl1pPr>
          </a:lstStyle>
          <a:p>
            <a:r>
              <a:rPr lang="en-US" dirty="0"/>
              <a:t>Click to edit Master title style</a:t>
            </a:r>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439024" y="114129"/>
            <a:ext cx="4427346" cy="413808"/>
          </a:xfrm>
        </p:spPr>
        <p:txBody>
          <a:bodyPr/>
          <a:lstStyle/>
          <a:p>
            <a:r>
              <a:rPr lang="en-US" dirty="0"/>
              <a:t>
              </a:t>
            </a: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5107153" y="114129"/>
            <a:ext cx="2425870" cy="413808"/>
          </a:xfrm>
        </p:spPr>
        <p:txBody>
          <a:bodyPr/>
          <a:lstStyle/>
          <a:p>
            <a:endParaRPr lang="en-US" dirty="0"/>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9162228" y="114129"/>
            <a:ext cx="354096" cy="413808"/>
          </a:xfrm>
        </p:spPr>
        <p:txBody>
          <a:bodyPr/>
          <a:lstStyle/>
          <a:p>
            <a:fld id="{CC057153-B650-4DEB-B370-79DDCFDCE934}" type="slidenum">
              <a:rPr lang="en-US" dirty="0"/>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07153" y="1098499"/>
            <a:ext cx="4402821" cy="54604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9278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45084" y="1120843"/>
            <a:ext cx="2856874" cy="3334742"/>
          </a:xfrm>
        </p:spPr>
        <p:txBody>
          <a:bodyPr>
            <a:normAutofit/>
          </a:bodyPr>
          <a:lstStyle>
            <a:lvl1pPr>
              <a:defRPr sz="7247"/>
            </a:lvl1pPr>
          </a:lstStyle>
          <a:p>
            <a:r>
              <a:rPr lang="en-US" dirty="0"/>
              <a:t>Click to edit Master title style</a:t>
            </a:r>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439024" y="114129"/>
            <a:ext cx="2862935" cy="413808"/>
          </a:xfrm>
        </p:spPr>
        <p:txBody>
          <a:bodyPr/>
          <a:lstStyle/>
          <a:p>
            <a:r>
              <a:rPr lang="en-US" dirty="0"/>
              <a:t>
              </a:t>
            </a: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3561663" y="114129"/>
            <a:ext cx="2425870" cy="413808"/>
          </a:xfrm>
        </p:spPr>
        <p:txBody>
          <a:bodyPr/>
          <a:lstStyle/>
          <a:p>
            <a:endParaRPr lang="en-US" dirty="0"/>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9162228" y="114129"/>
            <a:ext cx="354096" cy="413808"/>
          </a:xfrm>
        </p:spPr>
        <p:txBody>
          <a:bodyPr/>
          <a:lstStyle/>
          <a:p>
            <a:fld id="{CC057153-B650-4DEB-B370-79DDCFDCE934}" type="slidenum">
              <a:rPr lang="en-US" dirty="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561663" y="1096714"/>
            <a:ext cx="5954661" cy="59354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24199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4162789" y="693759"/>
            <a:ext cx="5362215" cy="1722227"/>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0" y="1"/>
            <a:ext cx="3963310" cy="7772400"/>
          </a:xfrm>
          <a:blipFill>
            <a:blip r:embed="rId2">
              <a:alphaModFix amt="70000"/>
            </a:blip>
            <a:stretch>
              <a:fillRect/>
            </a:stretch>
          </a:blipFill>
        </p:spPr>
        <p:txBody>
          <a:bodyPr anchor="t"/>
          <a:lstStyle>
            <a:lvl1pPr>
              <a:defRPr lang="en-US" dirty="0"/>
            </a:lvl1pPr>
          </a:lstStyle>
          <a:p>
            <a:endParaRP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4210901" y="2785061"/>
            <a:ext cx="5314104" cy="4282841"/>
          </a:xfrm>
        </p:spPr>
        <p:txBody>
          <a:bodyPr anchor="t"/>
          <a:lstStyle>
            <a:lvl1pPr marL="0" indent="0">
              <a:buNone/>
              <a:defRPr/>
            </a:lvl1pPr>
            <a:lvl2pPr marL="295831" indent="0">
              <a:buNone/>
              <a:defRPr/>
            </a:lvl2pPr>
            <a:lvl3pPr marL="591663" indent="0">
              <a:buNone/>
              <a:defRPr/>
            </a:lvl3pPr>
            <a:lvl4pPr marL="887494" indent="0">
              <a:buNone/>
              <a:defRPr/>
            </a:lvl4pPr>
            <a:lvl5pPr marL="1183325"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210901" y="7313389"/>
            <a:ext cx="1623909" cy="413808"/>
          </a:xfrm>
        </p:spPr>
        <p:txBody>
          <a:bodyPr anchor="b"/>
          <a:lstStyle/>
          <a:p>
            <a:r>
              <a:rPr lang="en-US" dirty="0"/>
              <a:t>
              </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9170908" y="7313388"/>
            <a:ext cx="354096" cy="413808"/>
          </a:xfrm>
        </p:spPr>
        <p:txBody>
          <a:bodyPr anchor="b"/>
          <a:lstStyle/>
          <a:p>
            <a:fld id="{CC057153-B650-4DEB-B370-79DDCFDCE934}" type="slidenum">
              <a:rPr lang="en-US" dirty="0"/>
              <a:t>‹#›</a:t>
            </a:fld>
            <a:endParaRPr lang="en-US" dirty="0"/>
          </a:p>
        </p:txBody>
      </p:sp>
    </p:spTree>
    <p:extLst>
      <p:ext uri="{BB962C8B-B14F-4D97-AF65-F5344CB8AC3E}">
        <p14:creationId xmlns:p14="http://schemas.microsoft.com/office/powerpoint/2010/main" val="514101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3532479" y="704698"/>
            <a:ext cx="5983486" cy="1290605"/>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0" y="1"/>
            <a:ext cx="3319272" cy="7772400"/>
          </a:xfrm>
          <a:blipFill>
            <a:blip r:embed="rId2">
              <a:alphaModFix amt="70000"/>
            </a:blip>
            <a:stretch>
              <a:fillRect/>
            </a:stretch>
          </a:blipFill>
        </p:spPr>
        <p:txBody>
          <a:bodyPr anchor="t"/>
          <a:lstStyle>
            <a:lvl1pPr>
              <a:defRPr/>
            </a:lvl1pPr>
          </a:lstStyle>
          <a:p>
            <a:endParaRP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3554998" y="2397458"/>
            <a:ext cx="5960967" cy="4774649"/>
          </a:xfrm>
        </p:spPr>
        <p:txBody>
          <a:bodyPr anchor="t" anchorCtr="0"/>
          <a:lstStyle>
            <a:lvl1pPr marL="0" indent="0">
              <a:buNone/>
              <a:defRPr/>
            </a:lvl1pPr>
            <a:lvl2pPr marL="295831" indent="0">
              <a:buNone/>
              <a:defRPr/>
            </a:lvl2pPr>
            <a:lvl3pPr marL="591663" indent="0">
              <a:buNone/>
              <a:defRPr/>
            </a:lvl3pPr>
            <a:lvl4pPr marL="887494" indent="0">
              <a:buNone/>
              <a:defRPr/>
            </a:lvl4pPr>
            <a:lvl5pPr marL="1183325"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3532480" y="7358592"/>
            <a:ext cx="1623909" cy="413808"/>
          </a:xfrm>
        </p:spPr>
        <p:txBody>
          <a:bodyPr anchor="b"/>
          <a:lstStyle/>
          <a:p>
            <a:r>
              <a:rPr lang="en-US" dirty="0"/>
              <a:t>
              </a:t>
            </a: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7444720" y="7358592"/>
            <a:ext cx="1316865" cy="413808"/>
          </a:xfrm>
        </p:spPr>
        <p:txBody>
          <a:bodyPr anchor="b"/>
          <a:lstStyle/>
          <a:p>
            <a:endParaRPr lang="en-US" dirty="0"/>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9161870" y="7358592"/>
            <a:ext cx="354096" cy="413808"/>
          </a:xfrm>
        </p:spPr>
        <p:txBody>
          <a:bodyPr anchor="b"/>
          <a:lstStyle/>
          <a:p>
            <a:fld id="{CC057153-B650-4DEB-B370-79DDCFDCE934}" type="slidenum">
              <a:rPr lang="en-US" dirty="0"/>
              <a:t>‹#›</a:t>
            </a:fld>
            <a:endParaRPr lang="en-US" dirty="0"/>
          </a:p>
        </p:txBody>
      </p:sp>
    </p:spTree>
    <p:extLst>
      <p:ext uri="{BB962C8B-B14F-4D97-AF65-F5344CB8AC3E}">
        <p14:creationId xmlns:p14="http://schemas.microsoft.com/office/powerpoint/2010/main" val="15898893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447403" y="704698"/>
            <a:ext cx="5983486" cy="1290605"/>
          </a:xfrm>
        </p:spPr>
        <p:txBody>
          <a:bodyPr/>
          <a:lstStyle/>
          <a:p>
            <a:r>
              <a:rPr lang="en-US" dirty="0"/>
              <a:t>Click to edit Master title style</a:t>
            </a:r>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469922" y="2397458"/>
            <a:ext cx="5960967" cy="4774649"/>
          </a:xfrm>
        </p:spPr>
        <p:txBody>
          <a:bodyPr anchor="t" anchorCtr="0"/>
          <a:lstStyle>
            <a:lvl1pPr marL="0" indent="0">
              <a:buNone/>
              <a:defRPr/>
            </a:lvl1pPr>
            <a:lvl2pPr marL="295831" indent="0">
              <a:buNone/>
              <a:defRPr/>
            </a:lvl2pPr>
            <a:lvl3pPr marL="591663" indent="0">
              <a:buNone/>
              <a:defRPr/>
            </a:lvl3pPr>
            <a:lvl4pPr marL="887494" indent="0">
              <a:buNone/>
              <a:defRPr/>
            </a:lvl4pPr>
            <a:lvl5pPr marL="1183325"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id="{6C5AB1A9-786B-C92B-C6EA-63CE0AACFB1E}"/>
              </a:ext>
            </a:extLst>
          </p:cNvPr>
          <p:cNvSpPr>
            <a:spLocks noGrp="1" noChangeAspect="1"/>
          </p:cNvSpPr>
          <p:nvPr>
            <p:ph type="pic" sz="quarter" idx="13" hasCustomPrompt="1"/>
          </p:nvPr>
        </p:nvSpPr>
        <p:spPr>
          <a:xfrm>
            <a:off x="6739128" y="1"/>
            <a:ext cx="3319272" cy="7772400"/>
          </a:xfrm>
          <a:blipFill>
            <a:blip r:embed="rId2">
              <a:alphaModFix amt="70000"/>
            </a:blip>
            <a:stretch>
              <a:fillRect/>
            </a:stretch>
          </a:blipFill>
        </p:spPr>
        <p:txBody>
          <a:bodyPr anchor="t"/>
          <a:lstStyle>
            <a:lvl1pPr>
              <a:defRPr/>
            </a:lvl1pPr>
          </a:lstStyle>
          <a:p>
            <a:endParaRP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447404" y="7358592"/>
            <a:ext cx="1623909" cy="413808"/>
          </a:xfrm>
        </p:spPr>
        <p:txBody>
          <a:bodyPr/>
          <a:lstStyle/>
          <a:p>
            <a:r>
              <a:rPr lang="en-US" dirty="0"/>
              <a:t>
              </a:t>
            </a: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4359644" y="7358592"/>
            <a:ext cx="1316865" cy="413808"/>
          </a:xfrm>
        </p:spPr>
        <p:txBody>
          <a:bodyPr/>
          <a:lstStyle/>
          <a:p>
            <a:endParaRPr lang="en-US" dirty="0"/>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6076794" y="7358592"/>
            <a:ext cx="354096" cy="413808"/>
          </a:xfrm>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564457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427858" y="704699"/>
            <a:ext cx="4394514" cy="1708448"/>
          </a:xfrm>
        </p:spPr>
        <p:txBody>
          <a:bodyPr anchor="t" anchorCtr="0"/>
          <a:lstStyle/>
          <a:p>
            <a:r>
              <a:rPr lang="en-US" dirty="0"/>
              <a:t>Click to edit Master title style</a:t>
            </a:r>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427859" y="2848191"/>
            <a:ext cx="4394513" cy="4043740"/>
          </a:xfrm>
        </p:spPr>
        <p:txBody>
          <a:bodyPr anchor="t" anchorCtr="0"/>
          <a:lstStyle>
            <a:lvl1pPr marL="0" indent="0">
              <a:buNone/>
              <a:defRPr/>
            </a:lvl1pPr>
            <a:lvl2pPr marL="295831" indent="0">
              <a:buNone/>
              <a:defRPr/>
            </a:lvl2pPr>
            <a:lvl3pPr marL="591663" indent="0">
              <a:buNone/>
              <a:defRPr/>
            </a:lvl3pPr>
            <a:lvl4pPr marL="887494" indent="0">
              <a:buNone/>
              <a:defRPr/>
            </a:lvl4pPr>
            <a:lvl5pPr marL="1183325"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7">
            <a:extLst>
              <a:ext uri="{FF2B5EF4-FFF2-40B4-BE49-F238E27FC236}">
                <a16:creationId xmlns:a16="http://schemas.microsoft.com/office/drawing/2014/main" id="{6B8D4096-4B0D-5226-C004-475A83BE8BFE}"/>
              </a:ext>
            </a:extLst>
          </p:cNvPr>
          <p:cNvSpPr>
            <a:spLocks noGrp="1" noChangeAspect="1"/>
          </p:cNvSpPr>
          <p:nvPr>
            <p:ph type="pic" sz="quarter" idx="18" hasCustomPrompt="1"/>
          </p:nvPr>
        </p:nvSpPr>
        <p:spPr>
          <a:xfrm>
            <a:off x="5204795" y="0"/>
            <a:ext cx="4853605" cy="7772400"/>
          </a:xfrm>
          <a:blipFill>
            <a:blip r:embed="rId2">
              <a:alphaModFix amt="70000"/>
            </a:blip>
            <a:stretch>
              <a:fillRect/>
            </a:stretch>
          </a:blipFill>
        </p:spPr>
        <p:txBody>
          <a:bodyPr anchor="t"/>
          <a:lstStyle>
            <a:lvl1pPr>
              <a:defRPr/>
            </a:lvl1pPr>
          </a:lstStyle>
          <a:p>
            <a:endParaRP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427858" y="7310269"/>
            <a:ext cx="1623909" cy="413808"/>
          </a:xfrm>
        </p:spPr>
        <p:txBody>
          <a:bodyPr anchor="b"/>
          <a:lstStyle/>
          <a:p>
            <a:r>
              <a:rPr lang="en-US" dirty="0"/>
              <a:t>
              </a:t>
            </a: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4499512" y="7326977"/>
            <a:ext cx="354096" cy="413808"/>
          </a:xfrm>
        </p:spPr>
        <p:txBody>
          <a:bodyPr anchor="b"/>
          <a:lstStyle/>
          <a:p>
            <a:fld id="{CC057153-B650-4DEB-B370-79DDCFDCE934}" type="slidenum">
              <a:rPr lang="en-US" dirty="0"/>
              <a:t>‹#›</a:t>
            </a:fld>
            <a:endParaRPr lang="en-US" dirty="0"/>
          </a:p>
        </p:txBody>
      </p:sp>
    </p:spTree>
    <p:extLst>
      <p:ext uri="{BB962C8B-B14F-4D97-AF65-F5344CB8AC3E}">
        <p14:creationId xmlns:p14="http://schemas.microsoft.com/office/powerpoint/2010/main" val="39883540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428146" y="704698"/>
            <a:ext cx="3668669" cy="2116646"/>
          </a:xfrm>
        </p:spPr>
        <p:txBody>
          <a:bodyPr anchor="t">
            <a:noAutofit/>
          </a:bodyPr>
          <a:lstStyle>
            <a:lvl1pPr>
              <a:defRPr sz="7247"/>
            </a:lvl1pPr>
          </a:lstStyle>
          <a:p>
            <a:r>
              <a:rPr lang="en-US" dirty="0"/>
              <a:t>Click to edit Master title style</a:t>
            </a:r>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448751" y="3276160"/>
            <a:ext cx="3670612" cy="3556896"/>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0">
            <a:extLst>
              <a:ext uri="{FF2B5EF4-FFF2-40B4-BE49-F238E27FC236}">
                <a16:creationId xmlns:a16="http://schemas.microsoft.com/office/drawing/2014/main" id="{FBEF9CB2-E8D7-8869-9B11-C58F1606DFE0}"/>
              </a:ext>
            </a:extLst>
          </p:cNvPr>
          <p:cNvSpPr>
            <a:spLocks noGrp="1" noChangeAspect="1"/>
          </p:cNvSpPr>
          <p:nvPr>
            <p:ph type="pic" sz="quarter" idx="13" hasCustomPrompt="1"/>
          </p:nvPr>
        </p:nvSpPr>
        <p:spPr>
          <a:xfrm>
            <a:off x="4424945" y="0"/>
            <a:ext cx="5633455" cy="7772400"/>
          </a:xfrm>
          <a:blipFill>
            <a:blip r:embed="rId2">
              <a:alphaModFix amt="70000"/>
            </a:blip>
            <a:stretch>
              <a:fillRect/>
            </a:stretch>
          </a:blipFill>
        </p:spPr>
        <p:txBody>
          <a:bodyPr anchor="t"/>
          <a:lstStyle>
            <a:lvl1pPr>
              <a:defRPr/>
            </a:lvl1pPr>
          </a:lstStyle>
          <a:p>
            <a:endParaRP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425385" y="7287873"/>
            <a:ext cx="1623909" cy="430516"/>
          </a:xfrm>
        </p:spPr>
        <p:txBody>
          <a:bodyPr anchor="b"/>
          <a:lstStyle/>
          <a:p>
            <a:r>
              <a:rPr lang="en-US" dirty="0"/>
              <a:t>
              </a:t>
            </a: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3765267" y="7287873"/>
            <a:ext cx="354096" cy="430516"/>
          </a:xfrm>
        </p:spPr>
        <p:txBody>
          <a:bodyPr anchor="b"/>
          <a:lstStyle/>
          <a:p>
            <a:fld id="{CC057153-B650-4DEB-B370-79DDCFDCE934}" type="slidenum">
              <a:rPr lang="en-US" dirty="0"/>
              <a:t>‹#›</a:t>
            </a:fld>
            <a:endParaRPr lang="en-US" dirty="0"/>
          </a:p>
        </p:txBody>
      </p:sp>
    </p:spTree>
    <p:extLst>
      <p:ext uri="{BB962C8B-B14F-4D97-AF65-F5344CB8AC3E}">
        <p14:creationId xmlns:p14="http://schemas.microsoft.com/office/powerpoint/2010/main" val="36506079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11030" y="704698"/>
            <a:ext cx="3204750" cy="2584568"/>
          </a:xfrm>
        </p:spPr>
        <p:txBody>
          <a:bodyPr anchor="t">
            <a:noAutofit/>
          </a:bodyPr>
          <a:lstStyle>
            <a:lvl1pPr>
              <a:defRPr sz="7247"/>
            </a:lvl1pPr>
          </a:lstStyle>
          <a:p>
            <a:r>
              <a:rPr lang="en-US" dirty="0"/>
              <a:t>Click to edit Master title style</a:t>
            </a:r>
          </a:p>
        </p:txBody>
      </p:sp>
      <p:sp>
        <p:nvSpPr>
          <p:cNvPr id="3" name="Picture Placeholder 10">
            <a:extLst>
              <a:ext uri="{FF2B5EF4-FFF2-40B4-BE49-F238E27FC236}">
                <a16:creationId xmlns:a16="http://schemas.microsoft.com/office/drawing/2014/main" id="{74736F65-8A7D-D535-AAD0-31480F8AD318}"/>
              </a:ext>
            </a:extLst>
          </p:cNvPr>
          <p:cNvSpPr>
            <a:spLocks noGrp="1" noChangeAspect="1"/>
          </p:cNvSpPr>
          <p:nvPr>
            <p:ph type="pic" sz="quarter" idx="13" hasCustomPrompt="1"/>
          </p:nvPr>
        </p:nvSpPr>
        <p:spPr>
          <a:xfrm>
            <a:off x="0" y="0"/>
            <a:ext cx="5990002" cy="7772400"/>
          </a:xfrm>
          <a:blipFill>
            <a:blip r:embed="rId2">
              <a:alphaModFix amt="70000"/>
            </a:blip>
            <a:stretch>
              <a:fillRect/>
            </a:stretch>
          </a:blipFill>
        </p:spPr>
        <p:txBody>
          <a:bodyPr anchor="t"/>
          <a:lstStyle>
            <a:lvl1pPr>
              <a:defRPr/>
            </a:lvl1pPr>
          </a:lstStyle>
          <a:p>
            <a:endParaRP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2205" y="3639714"/>
            <a:ext cx="3204751" cy="310896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6311030" y="7317236"/>
            <a:ext cx="1623909" cy="430516"/>
          </a:xfrm>
        </p:spPr>
        <p:txBody>
          <a:bodyPr anchor="b"/>
          <a:lstStyle/>
          <a:p>
            <a:r>
              <a:rPr lang="en-US" dirty="0"/>
              <a:t>
              </a:t>
            </a: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9185676" y="7317237"/>
            <a:ext cx="354096" cy="430516"/>
          </a:xfrm>
        </p:spPr>
        <p:txBody>
          <a:bodyPr anchor="b"/>
          <a:lstStyle/>
          <a:p>
            <a:fld id="{CC057153-B650-4DEB-B370-79DDCFDCE934}" type="slidenum">
              <a:rPr lang="en-US" dirty="0"/>
              <a:t>‹#›</a:t>
            </a:fld>
            <a:endParaRPr lang="en-US" dirty="0"/>
          </a:p>
        </p:txBody>
      </p:sp>
    </p:spTree>
    <p:extLst>
      <p:ext uri="{BB962C8B-B14F-4D97-AF65-F5344CB8AC3E}">
        <p14:creationId xmlns:p14="http://schemas.microsoft.com/office/powerpoint/2010/main" val="6200868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422453" y="4089380"/>
            <a:ext cx="3653678" cy="2969999"/>
          </a:xfrm>
        </p:spPr>
        <p:txBody>
          <a:bodyPr anchor="t">
            <a:noAutofit/>
          </a:bodyPr>
          <a:lstStyle>
            <a:lvl1pPr>
              <a:defRPr sz="7247"/>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1" y="0"/>
            <a:ext cx="10058400" cy="3886200"/>
          </a:xfrm>
          <a:blipFill>
            <a:blip r:embed="rId2">
              <a:alphaModFix amt="70000"/>
            </a:blip>
            <a:stretch>
              <a:fillRect/>
            </a:stretch>
          </a:blipFill>
        </p:spPr>
        <p:txBody>
          <a:bodyPr anchor="t"/>
          <a:lstStyle>
            <a:lvl1pPr>
              <a:defRPr/>
            </a:lvl1pPr>
          </a:lstStyle>
          <a:p>
            <a:endParaRP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4346130" y="4056996"/>
            <a:ext cx="5196215" cy="2969999"/>
          </a:xfrm>
        </p:spPr>
        <p:txBody>
          <a:bodyPr vert="horz" lIns="91440" tIns="45720" rIns="91440" bIns="45720" rtlCol="0">
            <a:normAutofit/>
          </a:bodyPr>
          <a:lstStyle>
            <a:lvl1pPr marL="0" indent="0">
              <a:buNone/>
              <a:defRPr lang="en-US" dirty="0"/>
            </a:lvl1pPr>
            <a:lvl2pPr marL="295831" indent="0">
              <a:buNone/>
              <a:defRPr lang="en-US" dirty="0"/>
            </a:lvl2pPr>
            <a:lvl3pPr marL="591663" indent="0">
              <a:buNone/>
              <a:defRPr lang="en-US" dirty="0"/>
            </a:lvl3pPr>
            <a:lvl4pPr marL="887494" indent="0">
              <a:buNone/>
              <a:defRPr lang="en-US" dirty="0"/>
            </a:lvl4pPr>
            <a:lvl5pPr marL="1183325"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4341700" y="7301922"/>
            <a:ext cx="1623909" cy="430516"/>
          </a:xfrm>
        </p:spPr>
        <p:txBody>
          <a:bodyPr anchor="b"/>
          <a:lstStyle/>
          <a:p>
            <a:r>
              <a:rPr lang="en-US" dirty="0"/>
              <a:t>
              </a:t>
            </a: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6350058" y="7301922"/>
            <a:ext cx="1894198" cy="430516"/>
          </a:xfrm>
        </p:spPr>
        <p:txBody>
          <a:bodyPr anchor="b"/>
          <a:lstStyle/>
          <a:p>
            <a:endParaRPr lang="en-US" dirty="0"/>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9188249" y="7301923"/>
            <a:ext cx="354096" cy="430516"/>
          </a:xfrm>
        </p:spPr>
        <p:txBody>
          <a:bodyPr anchor="b"/>
          <a:lstStyle/>
          <a:p>
            <a:fld id="{CC057153-B650-4DEB-B370-79DDCFDCE934}" type="slidenum">
              <a:rPr lang="en-US" dirty="0"/>
              <a:t>‹#›</a:t>
            </a:fld>
            <a:endParaRPr lang="en-US" dirty="0"/>
          </a:p>
        </p:txBody>
      </p:sp>
    </p:spTree>
    <p:extLst>
      <p:ext uri="{BB962C8B-B14F-4D97-AF65-F5344CB8AC3E}">
        <p14:creationId xmlns:p14="http://schemas.microsoft.com/office/powerpoint/2010/main" val="429086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422453" y="715938"/>
            <a:ext cx="9101597" cy="1263897"/>
          </a:xfrm>
        </p:spPr>
        <p:txBody>
          <a:bodyPr anchor="t">
            <a:noAutofit/>
          </a:bodyPr>
          <a:lstStyle>
            <a:lvl1pPr>
              <a:defRPr sz="7247"/>
            </a:lvl1pPr>
          </a:lstStyle>
          <a:p>
            <a:r>
              <a:rPr lang="en-US" dirty="0"/>
              <a:t>Click to edit Master title style</a:t>
            </a:r>
          </a:p>
        </p:txBody>
      </p:sp>
      <p:sp>
        <p:nvSpPr>
          <p:cNvPr id="13" name="Picture Placeholder 10">
            <a:extLst>
              <a:ext uri="{FF2B5EF4-FFF2-40B4-BE49-F238E27FC236}">
                <a16:creationId xmlns:a16="http://schemas.microsoft.com/office/drawing/2014/main" id="{1A9091ED-65DB-CA4C-BC68-EC773138EFA0}"/>
              </a:ext>
            </a:extLst>
          </p:cNvPr>
          <p:cNvSpPr>
            <a:spLocks noGrp="1" noChangeAspect="1"/>
          </p:cNvSpPr>
          <p:nvPr>
            <p:ph type="pic" sz="quarter" idx="18" hasCustomPrompt="1"/>
          </p:nvPr>
        </p:nvSpPr>
        <p:spPr>
          <a:xfrm>
            <a:off x="90075" y="2397458"/>
            <a:ext cx="4773987" cy="5294288"/>
          </a:xfrm>
          <a:blipFill>
            <a:blip r:embed="rId2">
              <a:alphaModFix amt="70000"/>
            </a:blip>
            <a:stretch>
              <a:fillRect/>
            </a:stretch>
          </a:blipFill>
        </p:spPr>
        <p:txBody>
          <a:bodyPr anchor="t"/>
          <a:lstStyle>
            <a:lvl1pPr>
              <a:defRPr/>
            </a:lvl1pPr>
          </a:lstStyle>
          <a:p>
            <a:endParaRP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5107153" y="2397457"/>
            <a:ext cx="4416897" cy="4659006"/>
          </a:xfrm>
        </p:spPr>
        <p:txBody>
          <a:bodyPr anchor="t">
            <a:noAutofit/>
          </a:bodyPr>
          <a:lstStyle>
            <a:lvl1pPr marL="0" indent="0">
              <a:buFont typeface="Arial" panose="020B0604020202020204" pitchFamily="34" charset="0"/>
              <a:buNone/>
              <a:defRPr sz="1812"/>
            </a:lvl1pPr>
            <a:lvl2pPr marL="295831" indent="0">
              <a:buFont typeface="Arial" panose="020B0604020202020204" pitchFamily="34" charset="0"/>
              <a:buNone/>
              <a:defRPr sz="1812"/>
            </a:lvl2pPr>
            <a:lvl3pPr marL="591663" indent="0">
              <a:buFont typeface="Arial" panose="020B0604020202020204" pitchFamily="34" charset="0"/>
              <a:buNone/>
              <a:defRPr sz="1812"/>
            </a:lvl3pPr>
            <a:lvl4pPr marL="887494" indent="0">
              <a:buFont typeface="Arial" panose="020B0604020202020204" pitchFamily="34" charset="0"/>
              <a:buNone/>
              <a:defRPr sz="1812"/>
            </a:lvl4pPr>
            <a:lvl5pPr marL="1183325" indent="0">
              <a:buFont typeface="Arial" panose="020B0604020202020204" pitchFamily="34" charset="0"/>
              <a:buNone/>
              <a:defRPr sz="1812"/>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5096376" y="7286183"/>
            <a:ext cx="3685959" cy="413808"/>
          </a:xfrm>
        </p:spPr>
        <p:txBody>
          <a:bodyPr anchor="b"/>
          <a:lstStyle/>
          <a:p>
            <a:r>
              <a:rPr lang="en-US" dirty="0"/>
              <a:t>
              </a:t>
            </a: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9014649" y="7277938"/>
            <a:ext cx="509402" cy="413808"/>
          </a:xfrm>
        </p:spPr>
        <p:txBody>
          <a:bodyPr anchor="b"/>
          <a:lstStyle/>
          <a:p>
            <a:fld id="{CC057153-B650-4DEB-B370-79DDCFDCE934}" type="slidenum">
              <a:rPr lang="en-US" dirty="0"/>
              <a:pPr/>
              <a:t>‹#›</a:t>
            </a:fld>
            <a:endParaRPr lang="en-US" dirty="0"/>
          </a:p>
        </p:txBody>
      </p:sp>
    </p:spTree>
    <p:extLst>
      <p:ext uri="{BB962C8B-B14F-4D97-AF65-F5344CB8AC3E}">
        <p14:creationId xmlns:p14="http://schemas.microsoft.com/office/powerpoint/2010/main" val="30771528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3612" y="729867"/>
            <a:ext cx="2140504" cy="2127416"/>
          </a:xfrm>
        </p:spPr>
        <p:txBody>
          <a:bodyPr anchor="t" anchorCtr="0">
            <a:noAutofit/>
          </a:bodyPr>
          <a:lstStyle>
            <a:lvl1pPr>
              <a:defRPr sz="7247"/>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00560" y="3286614"/>
            <a:ext cx="2978595" cy="3755919"/>
          </a:xfrm>
          <a:blipFill>
            <a:blip r:embed="rId2">
              <a:alphaModFix amt="70000"/>
            </a:blip>
            <a:stretch>
              <a:fillRect/>
            </a:stretch>
          </a:blipFill>
        </p:spPr>
        <p:txBody>
          <a:bodyPr anchor="t"/>
          <a:lstStyle>
            <a:lvl1pPr marL="0" indent="0">
              <a:buNone/>
              <a:defRPr/>
            </a:lvl1pPr>
          </a:lstStyle>
          <a:p>
            <a:endParaRP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631801" y="729867"/>
            <a:ext cx="5926039" cy="6312667"/>
          </a:xfrm>
        </p:spPr>
        <p:txBody>
          <a:bodyPr anchor="b"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450389" y="7296723"/>
            <a:ext cx="4353403" cy="413808"/>
          </a:xfrm>
        </p:spPr>
        <p:txBody>
          <a:bodyPr anchor="b"/>
          <a:lstStyle/>
          <a:p>
            <a:r>
              <a:rPr lang="en-US" dirty="0"/>
              <a:t>
              </a:t>
            </a: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5107153" y="7290163"/>
            <a:ext cx="2098865" cy="413808"/>
          </a:xfrm>
        </p:spPr>
        <p:txBody>
          <a:bodyPr anchor="b"/>
          <a:lstStyle/>
          <a:p>
            <a:endParaRPr lang="en-US" dirty="0"/>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9156781" y="7296723"/>
            <a:ext cx="354096" cy="413808"/>
          </a:xfrm>
        </p:spPr>
        <p:txBody>
          <a:bodyPr anchor="b"/>
          <a:lstStyle/>
          <a:p>
            <a:fld id="{CC057153-B650-4DEB-B370-79DDCFDCE934}" type="slidenum">
              <a:rPr lang="en-US" dirty="0"/>
              <a:pPr/>
              <a:t>‹#›</a:t>
            </a:fld>
            <a:endParaRPr lang="en-US" dirty="0"/>
          </a:p>
        </p:txBody>
      </p:sp>
    </p:spTree>
    <p:extLst>
      <p:ext uri="{BB962C8B-B14F-4D97-AF65-F5344CB8AC3E}">
        <p14:creationId xmlns:p14="http://schemas.microsoft.com/office/powerpoint/2010/main" val="39657475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6238646"/>
            <a:ext cx="4869692" cy="1533754"/>
          </a:xfrm>
        </p:spPr>
        <p:txBody>
          <a:bodyPr anchor="b">
            <a:normAutofit/>
          </a:bodyPr>
          <a:lstStyle>
            <a:lvl1pPr>
              <a:lnSpc>
                <a:spcPct val="120000"/>
              </a:lnSpc>
              <a:defRPr sz="2588" b="0" spc="0" baseline="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5038" y="-177876"/>
            <a:ext cx="4914730" cy="5111997"/>
          </a:xfrm>
        </p:spPr>
        <p:txBody>
          <a:bodyPr anchor="t">
            <a:normAutofit/>
          </a:bodyPr>
          <a:lstStyle>
            <a:lvl1pPr marL="0" indent="0">
              <a:lnSpc>
                <a:spcPct val="90000"/>
              </a:lnSpc>
              <a:spcBef>
                <a:spcPts val="0"/>
              </a:spcBef>
              <a:buNone/>
              <a:defRPr sz="19412"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65833" y="6632448"/>
            <a:ext cx="829818" cy="1139952"/>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9704305" y="114129"/>
            <a:ext cx="354096" cy="413808"/>
          </a:xfrm>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6506733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05435" y="-1285037"/>
            <a:ext cx="8788527" cy="1139952"/>
          </a:xfrm>
        </p:spPr>
        <p:txBody>
          <a:bodyPr/>
          <a:lstStyle/>
          <a:p>
            <a:r>
              <a:rPr lang="en-US" dirty="0"/>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54574" y="6632448"/>
            <a:ext cx="829818" cy="1139952"/>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r>
              <a:rPr lang="en-US" dirty="0"/>
              <a:t>
              </a:t>
            </a: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endParaRPr lang="en-US" dirty="0"/>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CC057153-B650-4DEB-B370-79DDCFDCE934}" type="slidenum">
              <a:rPr lang="en-US" dirty="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412" y="1152327"/>
            <a:ext cx="8318222" cy="6620074"/>
          </a:xfrm>
        </p:spPr>
        <p:txBody>
          <a:bodyPr anchor="b" anchorCtr="0">
            <a:noAutofit/>
          </a:bodyPr>
          <a:lstStyle>
            <a:lvl1pPr marL="0" indent="0">
              <a:lnSpc>
                <a:spcPct val="80000"/>
              </a:lnSpc>
              <a:buNone/>
              <a:defRPr sz="7247" b="0" spc="-259" baseline="0"/>
            </a:lvl1pPr>
            <a:lvl2pPr marL="295831" indent="0">
              <a:lnSpc>
                <a:spcPct val="80000"/>
              </a:lnSpc>
              <a:buNone/>
              <a:defRPr sz="7247" b="0" spc="-259" baseline="0"/>
            </a:lvl2pPr>
            <a:lvl3pPr marL="591663" indent="0">
              <a:lnSpc>
                <a:spcPct val="80000"/>
              </a:lnSpc>
              <a:buNone/>
              <a:defRPr sz="7247" b="0" spc="-259" baseline="0"/>
            </a:lvl3pPr>
            <a:lvl4pPr marL="887494" indent="0">
              <a:lnSpc>
                <a:spcPct val="80000"/>
              </a:lnSpc>
              <a:buNone/>
              <a:defRPr sz="7247" b="0" spc="-259" baseline="0"/>
            </a:lvl4pPr>
            <a:lvl5pPr marL="1183325" indent="0">
              <a:lnSpc>
                <a:spcPct val="80000"/>
              </a:lnSpc>
              <a:buNone/>
              <a:defRPr sz="7247" b="0" spc="-259"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89755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43761" y="6632448"/>
            <a:ext cx="829818" cy="1139952"/>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0" y="6686583"/>
            <a:ext cx="4869692" cy="1085816"/>
          </a:xfrm>
        </p:spPr>
        <p:txBody>
          <a:bodyPr anchor="b">
            <a:normAutofit/>
          </a:bodyPr>
          <a:lstStyle>
            <a:lvl1pPr>
              <a:lnSpc>
                <a:spcPct val="80000"/>
              </a:lnSpc>
              <a:defRPr sz="2588"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5088" y="108272"/>
            <a:ext cx="7392924" cy="5073328"/>
          </a:xfrm>
        </p:spPr>
        <p:txBody>
          <a:bodyPr anchor="t">
            <a:normAutofit/>
          </a:bodyPr>
          <a:lstStyle>
            <a:lvl1pPr marL="212999" indent="-212999">
              <a:lnSpc>
                <a:spcPct val="80000"/>
              </a:lnSpc>
              <a:spcBef>
                <a:spcPts val="0"/>
              </a:spcBef>
              <a:buNone/>
              <a:defRPr sz="7247" spc="-259"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9704305" y="125080"/>
            <a:ext cx="354096" cy="413808"/>
          </a:xfrm>
        </p:spPr>
        <p:txBody>
          <a:bodyPr/>
          <a:lstStyle/>
          <a:p>
            <a:fld id="{CC057153-B650-4DEB-B370-79DDCFDCE934}" type="slidenum">
              <a:rPr lang="en-US" dirty="0"/>
              <a:pPr/>
              <a:t>‹#›</a:t>
            </a:fld>
            <a:endParaRPr lang="en-US" dirty="0"/>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5109250" y="7244907"/>
            <a:ext cx="2561514" cy="413808"/>
          </a:xfrm>
        </p:spPr>
        <p:txBody>
          <a:bodyPr anchor="b"/>
          <a:lstStyle/>
          <a:p>
            <a:r>
              <a:rPr lang="en-US" dirty="0"/>
              <a:t>
              </a:t>
            </a:r>
          </a:p>
        </p:txBody>
      </p:sp>
    </p:spTree>
    <p:extLst>
      <p:ext uri="{BB962C8B-B14F-4D97-AF65-F5344CB8AC3E}">
        <p14:creationId xmlns:p14="http://schemas.microsoft.com/office/powerpoint/2010/main" val="3741225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422453" y="1119226"/>
            <a:ext cx="2859100" cy="333695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437541" y="125080"/>
            <a:ext cx="2866644" cy="413808"/>
          </a:xfrm>
        </p:spPr>
        <p:txBody>
          <a:bodyPr/>
          <a:lstStyle/>
          <a:p>
            <a:r>
              <a:rPr lang="en-US" dirty="0"/>
              <a:t>
              </a:t>
            </a:r>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3560674" y="118520"/>
            <a:ext cx="3990428" cy="413808"/>
          </a:xfrm>
        </p:spPr>
        <p:txBody>
          <a:bodyPr/>
          <a:lstStyle/>
          <a:p>
            <a:endParaRPr lang="en-US" dirty="0"/>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CC057153-B650-4DEB-B370-79DDCFDCE934}" type="slidenum">
              <a:rPr lang="en-US" dirty="0"/>
              <a:pPr/>
              <a:t>‹#›</a:t>
            </a:fld>
            <a:endParaRPr lang="en-US" dirty="0"/>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3560672" y="1119226"/>
            <a:ext cx="6143631" cy="29016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3560673" y="4456176"/>
            <a:ext cx="6143630" cy="29016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436122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422453" y="715061"/>
            <a:ext cx="9090279" cy="1233472"/>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437540" y="125080"/>
            <a:ext cx="4353403" cy="413808"/>
          </a:xfrm>
        </p:spPr>
        <p:txBody>
          <a:bodyPr/>
          <a:lstStyle/>
          <a:p>
            <a:r>
              <a:rPr lang="en-US" dirty="0"/>
              <a:t>
              </a:t>
            </a:r>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5107153" y="118520"/>
            <a:ext cx="3990428" cy="413808"/>
          </a:xfrm>
        </p:spPr>
        <p:txBody>
          <a:bodyPr/>
          <a:lstStyle/>
          <a:p>
            <a:endParaRPr lang="en-US" dirty="0"/>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CC057153-B650-4DEB-B370-79DDCFDCE934}" type="slidenum">
              <a:rPr lang="en-US" dirty="0"/>
              <a:pPr/>
              <a:t>‹#›</a:t>
            </a:fld>
            <a:endParaRPr lang="en-US" dirty="0"/>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437540" y="2590801"/>
            <a:ext cx="4277335" cy="605237"/>
          </a:xfrm>
        </p:spPr>
        <p:txBody>
          <a:bodyPr/>
          <a:lstStyle/>
          <a:p>
            <a:endParaRPr lang="en-US" dirty="0"/>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437540" y="3378403"/>
            <a:ext cx="4276130" cy="406425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5107153" y="2590801"/>
            <a:ext cx="4276130" cy="605237"/>
          </a:xfrm>
        </p:spPr>
        <p:txBody>
          <a:bodyPr/>
          <a:lstStyle/>
          <a:p>
            <a:endParaRPr lang="en-US" dirty="0"/>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5107153" y="3378403"/>
            <a:ext cx="4276130" cy="406425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530779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414909" y="730618"/>
            <a:ext cx="9112910" cy="1233472"/>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37540" y="124359"/>
            <a:ext cx="4353403" cy="413808"/>
          </a:xfrm>
        </p:spPr>
        <p:txBody>
          <a:bodyPr/>
          <a:lstStyle/>
          <a:p>
            <a:r>
              <a:rPr lang="en-US" dirty="0"/>
              <a:t>
              </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9266341" y="125080"/>
            <a:ext cx="354096" cy="413808"/>
          </a:xfrm>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8213831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14129"/>
            <a:ext cx="4866370" cy="413808"/>
          </a:xfrm>
        </p:spPr>
        <p:txBody>
          <a:bodyPr/>
          <a:lstStyle/>
          <a:p>
            <a:r>
              <a:rPr lang="en-US" dirty="0"/>
              <a:t>
              </a:t>
            </a: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5129784" y="114129"/>
            <a:ext cx="4398901" cy="413808"/>
          </a:xfrm>
        </p:spPr>
        <p:txBody>
          <a:bodyPr/>
          <a:lstStyle/>
          <a:p>
            <a:endParaRPr lang="en-US" dirty="0"/>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9704305" y="114129"/>
            <a:ext cx="354096" cy="413808"/>
          </a:xfrm>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2627487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0390" y="742439"/>
            <a:ext cx="9060487" cy="1732356"/>
          </a:xfrm>
        </p:spPr>
        <p:txBody>
          <a:bodyPr anchor="t">
            <a:noAutofit/>
          </a:bodyPr>
          <a:lstStyle>
            <a:lvl1pPr>
              <a:defRPr sz="7247"/>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0390" y="2830546"/>
            <a:ext cx="9060487" cy="3835931"/>
          </a:xfrm>
        </p:spPr>
        <p:txBody>
          <a:bodyPr/>
          <a:lstStyle>
            <a:lvl1pPr marL="0" indent="0">
              <a:buNone/>
              <a:defRPr/>
            </a:lvl1pPr>
            <a:lvl2pPr marL="295831" indent="0">
              <a:buNone/>
              <a:defRPr/>
            </a:lvl2pPr>
            <a:lvl3pPr marL="591663" indent="0">
              <a:buNone/>
              <a:defRPr/>
            </a:lvl3pPr>
            <a:lvl4pPr marL="887494" indent="0">
              <a:buNone/>
              <a:defRPr/>
            </a:lvl4pPr>
            <a:lvl5pPr marL="1183325"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450389" y="7296723"/>
            <a:ext cx="4353403" cy="413808"/>
          </a:xfrm>
        </p:spPr>
        <p:txBody>
          <a:bodyPr/>
          <a:lstStyle/>
          <a:p>
            <a:r>
              <a:rPr lang="en-US" dirty="0"/>
              <a:t>
              </a:t>
            </a: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5107153" y="7290163"/>
            <a:ext cx="2098865" cy="413808"/>
          </a:xfrm>
        </p:spPr>
        <p:txBody>
          <a:bodyPr/>
          <a:lstStyle/>
          <a:p>
            <a:endParaRPr lang="en-US" dirty="0"/>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9156781" y="7296723"/>
            <a:ext cx="354096" cy="413808"/>
          </a:xfrm>
        </p:spPr>
        <p:txBody>
          <a:bodyPr/>
          <a:lstStyle/>
          <a:p>
            <a:fld id="{CC057153-B650-4DEB-B370-79DDCFDCE934}" type="slidenum">
              <a:rPr lang="en-US" dirty="0"/>
              <a:pPr/>
              <a:t>‹#›</a:t>
            </a:fld>
            <a:endParaRPr lang="en-US" dirty="0"/>
          </a:p>
        </p:txBody>
      </p:sp>
    </p:spTree>
    <p:extLst>
      <p:ext uri="{BB962C8B-B14F-4D97-AF65-F5344CB8AC3E}">
        <p14:creationId xmlns:p14="http://schemas.microsoft.com/office/powerpoint/2010/main" val="329631127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7858" y="3267502"/>
            <a:ext cx="6387027" cy="2087623"/>
          </a:xfrm>
        </p:spPr>
        <p:txBody>
          <a:bodyPr anchor="b">
            <a:noAutofit/>
          </a:bodyPr>
          <a:lstStyle>
            <a:lvl1pPr>
              <a:defRPr sz="7247"/>
            </a:lvl1pPr>
          </a:lstStyle>
          <a:p>
            <a:r>
              <a:rPr lang="en-US" dirty="0"/>
              <a:t>Click to edit Master title style</a:t>
            </a:r>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442948" y="114129"/>
            <a:ext cx="4423422" cy="413808"/>
          </a:xfrm>
        </p:spPr>
        <p:txBody>
          <a:bodyPr/>
          <a:lstStyle/>
          <a:p>
            <a:r>
              <a:rPr lang="en-US" dirty="0"/>
              <a:t>
              </a:t>
            </a: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5129785" y="114129"/>
            <a:ext cx="2083975" cy="413808"/>
          </a:xfrm>
        </p:spPr>
        <p:txBody>
          <a:bodyPr/>
          <a:lstStyle/>
          <a:p>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42947" y="5578393"/>
            <a:ext cx="6387026" cy="1450230"/>
          </a:xfrm>
        </p:spPr>
        <p:txBody>
          <a:bodyPr anchor="t">
            <a:noAutofit/>
          </a:bodyPr>
          <a:lstStyle>
            <a:lvl1pPr marL="0" indent="0">
              <a:buNone/>
              <a:defRPr sz="1812"/>
            </a:lvl1pPr>
            <a:lvl2pPr marL="295831" indent="0">
              <a:buNone/>
              <a:defRPr sz="1812"/>
            </a:lvl2pPr>
            <a:lvl3pPr marL="591663" indent="0">
              <a:buNone/>
              <a:defRPr sz="1812"/>
            </a:lvl3pPr>
            <a:lvl4pPr marL="887494" indent="0">
              <a:buNone/>
              <a:defRPr sz="1812"/>
            </a:lvl4pPr>
            <a:lvl5pPr marL="1183325" indent="0">
              <a:buNone/>
              <a:defRPr sz="1812"/>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9704305" y="7244465"/>
            <a:ext cx="354096" cy="413808"/>
          </a:xfrm>
        </p:spPr>
        <p:txBody>
          <a:bodyPr anchor="b"/>
          <a:lstStyle/>
          <a:p>
            <a:fld id="{CC057153-B650-4DEB-B370-79DDCFDCE934}" type="slidenum">
              <a:rPr lang="en-US" dirty="0"/>
              <a:t>‹#›</a:t>
            </a:fld>
            <a:endParaRPr lang="en-US" dirty="0"/>
          </a:p>
        </p:txBody>
      </p:sp>
      <p:sp>
        <p:nvSpPr>
          <p:cNvPr id="3" name="Oval 2">
            <a:extLst>
              <a:ext uri="{FF2B5EF4-FFF2-40B4-BE49-F238E27FC236}">
                <a16:creationId xmlns:a16="http://schemas.microsoft.com/office/drawing/2014/main" id="{D3CF16D9-01F3-6CE6-7291-C344E099BBD0}"/>
              </a:ext>
            </a:extLst>
          </p:cNvPr>
          <p:cNvSpPr/>
          <p:nvPr/>
        </p:nvSpPr>
        <p:spPr>
          <a:xfrm>
            <a:off x="6974698" y="114128"/>
            <a:ext cx="2935271" cy="4032291"/>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22190372"/>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extLst>
      <p:ext uri="{BB962C8B-B14F-4D97-AF65-F5344CB8AC3E}">
        <p14:creationId xmlns:p14="http://schemas.microsoft.com/office/powerpoint/2010/main" val="35034593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extLst>
      <p:ext uri="{BB962C8B-B14F-4D97-AF65-F5344CB8AC3E}">
        <p14:creationId xmlns:p14="http://schemas.microsoft.com/office/powerpoint/2010/main" val="6109240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extLst>
      <p:ext uri="{BB962C8B-B14F-4D97-AF65-F5344CB8AC3E}">
        <p14:creationId xmlns:p14="http://schemas.microsoft.com/office/powerpoint/2010/main" val="2283017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5087" y="730618"/>
            <a:ext cx="9901313" cy="1233472"/>
          </a:xfrm>
          <a:prstGeom prst="rect">
            <a:avLst/>
          </a:prstGeom>
        </p:spPr>
        <p:txBody>
          <a:bodyPr vert="horz" lIns="91440" tIns="45720" rIns="91440" bIns="45720" rtlCol="0" anchor="t">
            <a:normAutofit/>
          </a:bodyPr>
          <a:lstStyle/>
          <a:p>
            <a:r>
              <a:rPr lang="en-US" dirty="0"/>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5107153" y="118520"/>
            <a:ext cx="3990428" cy="413808"/>
          </a:xfrm>
          <a:prstGeom prst="rect">
            <a:avLst/>
          </a:prstGeom>
        </p:spPr>
        <p:txBody>
          <a:bodyPr vert="horz" lIns="91440" tIns="45720" rIns="91440" bIns="45720" rtlCol="0" anchor="t"/>
          <a:lstStyle>
            <a:lvl1pPr algn="l" rtl="0">
              <a:lnSpc>
                <a:spcPct val="80000"/>
              </a:lnSpc>
              <a:defRPr sz="1294">
                <a:solidFill>
                  <a:schemeClr val="tx1"/>
                </a:solidFill>
                <a:latin typeface="+mn-lt"/>
              </a:defRPr>
            </a:lvl1pPr>
          </a:lstStyle>
          <a:p>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1963" y="125080"/>
            <a:ext cx="4353403" cy="413808"/>
          </a:xfrm>
          <a:prstGeom prst="rect">
            <a:avLst/>
          </a:prstGeom>
        </p:spPr>
        <p:txBody>
          <a:bodyPr vert="horz" lIns="91440" tIns="45720" rIns="91440" bIns="45720" rtlCol="0" anchor="t"/>
          <a:lstStyle>
            <a:lvl1pPr algn="l" rtl="0">
              <a:lnSpc>
                <a:spcPct val="80000"/>
              </a:lnSpc>
              <a:defRPr sz="1294">
                <a:solidFill>
                  <a:schemeClr val="tx1"/>
                </a:solidFill>
                <a:latin typeface="+mn-lt"/>
              </a:defRPr>
            </a:lvl1pPr>
          </a:lstStyle>
          <a:p>
            <a:r>
              <a:rPr lang="en-US" dirty="0"/>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9704304" y="125080"/>
            <a:ext cx="354096" cy="413808"/>
          </a:xfrm>
          <a:prstGeom prst="rect">
            <a:avLst/>
          </a:prstGeom>
        </p:spPr>
        <p:txBody>
          <a:bodyPr vert="horz" lIns="91440" tIns="45720" rIns="91440" bIns="45720" rtlCol="0" anchor="t"/>
          <a:lstStyle>
            <a:lvl1pPr algn="r" rtl="0">
              <a:lnSpc>
                <a:spcPct val="80000"/>
              </a:lnSpc>
              <a:defRPr sz="1294">
                <a:solidFill>
                  <a:schemeClr val="tx1"/>
                </a:solidFill>
                <a:latin typeface="+mn-lt"/>
              </a:defRPr>
            </a:lvl1pPr>
          </a:lstStyle>
          <a:p>
            <a:fld id="{CC057153-B650-4DEB-B370-79DDCFDCE934}" type="slidenum">
              <a:rPr lang="en-US" dirty="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2161858"/>
            <a:ext cx="9901313" cy="548546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98314962"/>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 id="2147483756" r:id="rId28"/>
    <p:sldLayoutId id="2147483757" r:id="rId29"/>
    <p:sldLayoutId id="2147483758" r:id="rId30"/>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448" userDrawn="1">
          <p15:clr>
            <a:srgbClr val="F26B43"/>
          </p15:clr>
        </p15:guide>
        <p15:guide id="6" pos="316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9.xml"/><Relationship Id="rId5" Type="http://schemas.openxmlformats.org/officeDocument/2006/relationships/image" Target="../media/image15.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8.xml"/><Relationship Id="rId5" Type="http://schemas.openxmlformats.org/officeDocument/2006/relationships/image" Target="../media/image13.jpe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8.xml"/><Relationship Id="rId5" Type="http://schemas.openxmlformats.org/officeDocument/2006/relationships/image" Target="../media/image13.jpe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8.xml"/><Relationship Id="rId5" Type="http://schemas.openxmlformats.org/officeDocument/2006/relationships/image" Target="../media/image13.jpe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8.xml"/><Relationship Id="rId5" Type="http://schemas.openxmlformats.org/officeDocument/2006/relationships/image" Target="../media/image15.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jpeg"/><Relationship Id="rId1" Type="http://schemas.openxmlformats.org/officeDocument/2006/relationships/slideLayout" Target="../slideLayouts/slideLayout2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8.xml"/><Relationship Id="rId5" Type="http://schemas.openxmlformats.org/officeDocument/2006/relationships/image" Target="../media/image1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8.xml"/><Relationship Id="rId5" Type="http://schemas.openxmlformats.org/officeDocument/2006/relationships/image" Target="../media/image13.jpe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8.xml"/><Relationship Id="rId6" Type="http://schemas.openxmlformats.org/officeDocument/2006/relationships/image" Target="../media/image13.jpeg"/><Relationship Id="rId5" Type="http://schemas.openxmlformats.org/officeDocument/2006/relationships/image" Target="../media/image15.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8.xml"/><Relationship Id="rId6" Type="http://schemas.openxmlformats.org/officeDocument/2006/relationships/image" Target="../media/image13.jpeg"/><Relationship Id="rId5" Type="http://schemas.openxmlformats.org/officeDocument/2006/relationships/image" Target="../media/image15.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9.png"/><Relationship Id="rId7" Type="http://schemas.openxmlformats.org/officeDocument/2006/relationships/image" Target="../media/image17.jpeg"/><Relationship Id="rId2" Type="http://schemas.openxmlformats.org/officeDocument/2006/relationships/image" Target="../media/image14.png"/><Relationship Id="rId1" Type="http://schemas.openxmlformats.org/officeDocument/2006/relationships/slideLayout" Target="../slideLayouts/slideLayout28.xml"/><Relationship Id="rId6" Type="http://schemas.openxmlformats.org/officeDocument/2006/relationships/image" Target="../media/image16.jpeg"/><Relationship Id="rId5" Type="http://schemas.openxmlformats.org/officeDocument/2006/relationships/image" Target="../media/image13.jpeg"/><Relationship Id="rId4" Type="http://schemas.openxmlformats.org/officeDocument/2006/relationships/image" Target="../media/image15.png"/><Relationship Id="rId9"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8.xml"/><Relationship Id="rId5" Type="http://schemas.openxmlformats.org/officeDocument/2006/relationships/image" Target="../media/image13.jpe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8.xml"/><Relationship Id="rId5" Type="http://schemas.openxmlformats.org/officeDocument/2006/relationships/image" Target="../media/image13.jpe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8.xml"/><Relationship Id="rId5" Type="http://schemas.openxmlformats.org/officeDocument/2006/relationships/image" Target="../media/image13.jpe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TextBox 2"/>
          <p:cNvSpPr txBox="1"/>
          <p:nvPr/>
        </p:nvSpPr>
        <p:spPr>
          <a:xfrm>
            <a:off x="1463040" y="1051560"/>
            <a:ext cx="7315200" cy="523220"/>
          </a:xfrm>
          <a:prstGeom prst="rect">
            <a:avLst/>
          </a:prstGeom>
          <a:noFill/>
        </p:spPr>
        <p:txBody>
          <a:bodyPr wrap="square">
            <a:spAutoFit/>
          </a:bodyPr>
          <a:lstStyle/>
          <a:p>
            <a:pPr algn="ctr">
              <a:spcAft>
                <a:spcPts val="700"/>
              </a:spcAft>
              <a:defRPr sz="2500" b="1">
                <a:solidFill>
                  <a:srgbClr val="233464"/>
                </a:solidFill>
                <a:latin typeface="Aptos"/>
              </a:defRPr>
            </a:pPr>
            <a:r>
              <a:rPr sz="2800">
                <a:latin typeface="Times New Roman"/>
              </a:rPr>
              <a:t>Data Analysis Essentials</a:t>
            </a:r>
          </a:p>
        </p:txBody>
      </p:sp>
      <p:sp>
        <p:nvSpPr>
          <p:cNvPr id="4" name="TextBox 3"/>
          <p:cNvSpPr txBox="1"/>
          <p:nvPr/>
        </p:nvSpPr>
        <p:spPr>
          <a:xfrm>
            <a:off x="1463040" y="1508760"/>
            <a:ext cx="7315200" cy="446276"/>
          </a:xfrm>
          <a:prstGeom prst="rect">
            <a:avLst/>
          </a:prstGeom>
          <a:noFill/>
        </p:spPr>
        <p:txBody>
          <a:bodyPr wrap="square">
            <a:spAutoFit/>
          </a:bodyPr>
          <a:lstStyle/>
          <a:p>
            <a:pPr algn="ctr">
              <a:spcAft>
                <a:spcPts val="700"/>
              </a:spcAft>
              <a:defRPr sz="2300" b="1">
                <a:solidFill>
                  <a:srgbClr val="C25B30"/>
                </a:solidFill>
                <a:latin typeface="Aptos"/>
              </a:defRPr>
            </a:pPr>
            <a:r>
              <a:rPr>
                <a:latin typeface="Times New Roman"/>
              </a:rPr>
              <a:t>Cornerstone Project</a:t>
            </a:r>
          </a:p>
        </p:txBody>
      </p:sp>
      <p:sp>
        <p:nvSpPr>
          <p:cNvPr id="5" name="TextBox 4"/>
          <p:cNvSpPr txBox="1"/>
          <p:nvPr/>
        </p:nvSpPr>
        <p:spPr>
          <a:xfrm>
            <a:off x="640080" y="2331720"/>
            <a:ext cx="8778240" cy="584775"/>
          </a:xfrm>
          <a:prstGeom prst="rect">
            <a:avLst/>
          </a:prstGeom>
          <a:noFill/>
        </p:spPr>
        <p:txBody>
          <a:bodyPr wrap="square">
            <a:spAutoFit/>
          </a:bodyPr>
          <a:lstStyle/>
          <a:p>
            <a:pPr algn="ctr">
              <a:spcAft>
                <a:spcPts val="700"/>
              </a:spcAft>
              <a:defRPr sz="3000" b="1">
                <a:solidFill>
                  <a:srgbClr val="233464"/>
                </a:solidFill>
                <a:latin typeface="Aptos"/>
              </a:defRPr>
            </a:pPr>
            <a:r>
              <a:rPr sz="3200">
                <a:latin typeface="Times New Roman"/>
              </a:rPr>
              <a:t>Job Demand Analysis</a:t>
            </a:r>
          </a:p>
        </p:txBody>
      </p:sp>
      <p:sp>
        <p:nvSpPr>
          <p:cNvPr id="6" name="TextBox 5"/>
          <p:cNvSpPr txBox="1"/>
          <p:nvPr/>
        </p:nvSpPr>
        <p:spPr>
          <a:xfrm>
            <a:off x="1188720" y="2907792"/>
            <a:ext cx="7680960" cy="920765"/>
          </a:xfrm>
          <a:prstGeom prst="rect">
            <a:avLst/>
          </a:prstGeom>
          <a:noFill/>
        </p:spPr>
        <p:txBody>
          <a:bodyPr wrap="square" lIns="91440" tIns="45720" rIns="91440" bIns="45720" anchor="t">
            <a:spAutoFit/>
          </a:bodyPr>
          <a:lstStyle/>
          <a:p>
            <a:pPr algn="ctr">
              <a:spcAft>
                <a:spcPts val="700"/>
              </a:spcAft>
              <a:defRPr sz="1800" b="0">
                <a:solidFill>
                  <a:srgbClr val="375BA0"/>
                </a:solidFill>
                <a:latin typeface="Aptos"/>
              </a:defRPr>
            </a:pPr>
            <a:r>
              <a:rPr lang="en-US" sz="2400" dirty="0">
                <a:latin typeface="Times New Roman"/>
              </a:rPr>
              <a:t>Sample Presentation Format - Exploratory</a:t>
            </a:r>
            <a:r>
              <a:rPr sz="2400" dirty="0">
                <a:latin typeface="Times New Roman"/>
              </a:rPr>
              <a:t> Data Analysis</a:t>
            </a:r>
          </a:p>
          <a:p>
            <a:pPr algn="ctr">
              <a:spcAft>
                <a:spcPts val="700"/>
              </a:spcAft>
              <a:defRPr sz="1800" b="0">
                <a:solidFill>
                  <a:srgbClr val="375BA0"/>
                </a:solidFill>
                <a:latin typeface="Aptos"/>
              </a:defRPr>
            </a:pPr>
            <a:endParaRPr lang="en-US" sz="2400" dirty="0">
              <a:latin typeface="Times New Roman"/>
              <a:cs typeface="Times New Roman"/>
            </a:endParaRPr>
          </a:p>
        </p:txBody>
      </p:sp>
      <p:sp>
        <p:nvSpPr>
          <p:cNvPr id="7" name="TextBox 6"/>
          <p:cNvSpPr txBox="1"/>
          <p:nvPr/>
        </p:nvSpPr>
        <p:spPr>
          <a:xfrm>
            <a:off x="832898" y="3081867"/>
            <a:ext cx="8104889" cy="2480166"/>
          </a:xfrm>
          <a:prstGeom prst="rect">
            <a:avLst/>
          </a:prstGeom>
          <a:noFill/>
        </p:spPr>
        <p:txBody>
          <a:bodyPr wrap="square" lIns="91440" tIns="45720" rIns="91440" bIns="45720" anchor="t">
            <a:spAutoFit/>
          </a:bodyPr>
          <a:lstStyle/>
          <a:p>
            <a:pPr algn="ctr">
              <a:spcAft>
                <a:spcPts val="700"/>
              </a:spcAft>
              <a:defRPr sz="1400" b="0">
                <a:solidFill>
                  <a:srgbClr val="2D2D2D"/>
                </a:solidFill>
                <a:latin typeface="Aptos"/>
              </a:defRPr>
            </a:pPr>
            <a:endParaRPr lang="en-US" sz="2400" b="1" dirty="0">
              <a:solidFill>
                <a:srgbClr val="FF0000"/>
              </a:solidFill>
              <a:latin typeface="Times New Roman"/>
              <a:cs typeface="Times New Roman"/>
            </a:endParaRPr>
          </a:p>
          <a:p>
            <a:pPr algn="ctr">
              <a:spcAft>
                <a:spcPts val="700"/>
              </a:spcAft>
              <a:defRPr sz="1400" b="0">
                <a:solidFill>
                  <a:srgbClr val="2D2D2D"/>
                </a:solidFill>
                <a:latin typeface="Aptos"/>
              </a:defRPr>
            </a:pPr>
            <a:r>
              <a:rPr sz="2400" b="1" dirty="0">
                <a:solidFill>
                  <a:srgbClr val="FF0000"/>
                </a:solidFill>
                <a:latin typeface="Times New Roman"/>
                <a:cs typeface="Times New Roman"/>
              </a:rPr>
              <a:t>Presented by</a:t>
            </a:r>
            <a:endParaRPr dirty="0">
              <a:latin typeface="Times New Roman"/>
              <a:cs typeface="Times New Roman"/>
            </a:endParaRPr>
          </a:p>
          <a:p>
            <a:pPr algn="l">
              <a:spcAft>
                <a:spcPts val="700"/>
              </a:spcAft>
            </a:pPr>
            <a:r>
              <a:rPr lang="en-US" sz="2000" b="1" dirty="0">
                <a:solidFill>
                  <a:schemeClr val="tx1"/>
                </a:solidFill>
                <a:latin typeface="Times New Roman"/>
                <a:cs typeface="Times New Roman"/>
              </a:rPr>
              <a:t>                                  26B21CS129- K.Anantha Lakshmi</a:t>
            </a:r>
            <a:endParaRPr lang="en-US" sz="2000" dirty="0">
              <a:solidFill>
                <a:schemeClr val="tx1"/>
              </a:solidFill>
              <a:latin typeface="Times New Roman"/>
              <a:cs typeface="Times New Roman"/>
            </a:endParaRPr>
          </a:p>
          <a:p>
            <a:pPr algn="l">
              <a:spcAft>
                <a:spcPts val="700"/>
              </a:spcAft>
            </a:pPr>
            <a:r>
              <a:rPr lang="en-US" sz="2000" b="1" dirty="0">
                <a:solidFill>
                  <a:schemeClr val="tx1"/>
                </a:solidFill>
                <a:latin typeface="Times New Roman"/>
                <a:cs typeface="Times New Roman"/>
              </a:rPr>
              <a:t>                                  26B21CS143- U.V.R.Chowdary</a:t>
            </a:r>
            <a:endParaRPr lang="en-US" sz="2000" dirty="0">
              <a:solidFill>
                <a:schemeClr val="tx1"/>
              </a:solidFill>
              <a:latin typeface="Times New Roman"/>
              <a:cs typeface="Times New Roman"/>
            </a:endParaRPr>
          </a:p>
          <a:p>
            <a:pPr algn="l">
              <a:spcAft>
                <a:spcPts val="700"/>
              </a:spcAft>
            </a:pPr>
            <a:r>
              <a:rPr lang="en-US" sz="2000" b="1" dirty="0">
                <a:solidFill>
                  <a:schemeClr val="tx1"/>
                </a:solidFill>
                <a:latin typeface="Times New Roman"/>
                <a:cs typeface="Times New Roman"/>
              </a:rPr>
              <a:t>                                  26B21CS152- </a:t>
            </a:r>
            <a:r>
              <a:rPr lang="en-US" sz="2000" b="1" dirty="0" err="1">
                <a:solidFill>
                  <a:schemeClr val="tx1"/>
                </a:solidFill>
                <a:latin typeface="Times New Roman"/>
                <a:cs typeface="Times New Roman"/>
              </a:rPr>
              <a:t>K.Jahnavi</a:t>
            </a:r>
            <a:endParaRPr lang="en-US" dirty="0" err="1">
              <a:solidFill>
                <a:schemeClr val="tx1"/>
              </a:solidFill>
              <a:latin typeface="Times New Roman"/>
              <a:cs typeface="Times New Roman"/>
            </a:endParaRPr>
          </a:p>
          <a:p>
            <a:pPr algn="ctr">
              <a:spcAft>
                <a:spcPts val="700"/>
              </a:spcAft>
            </a:pPr>
            <a:r>
              <a:rPr lang="en-US" dirty="0">
                <a:solidFill>
                  <a:schemeClr val="tx1"/>
                </a:solidFill>
                <a:latin typeface="Times New Roman"/>
                <a:cs typeface="Times New Roman"/>
              </a:rPr>
              <a:t>         </a:t>
            </a:r>
            <a:r>
              <a:rPr b="1" dirty="0">
                <a:solidFill>
                  <a:schemeClr val="tx1"/>
                </a:solidFill>
                <a:latin typeface="Times New Roman"/>
                <a:cs typeface="Times New Roman"/>
              </a:rPr>
              <a:t>Guide: Mr. K. Ashok Teja, Assistant Professor, CSE Dept.</a:t>
            </a:r>
          </a:p>
        </p:txBody>
      </p:sp>
      <p:sp>
        <p:nvSpPr>
          <p:cNvPr id="8" name="TextBox 7"/>
          <p:cNvSpPr txBox="1"/>
          <p:nvPr/>
        </p:nvSpPr>
        <p:spPr>
          <a:xfrm>
            <a:off x="829682" y="6366142"/>
            <a:ext cx="8099816" cy="400110"/>
          </a:xfrm>
          <a:prstGeom prst="rect">
            <a:avLst/>
          </a:prstGeom>
          <a:noFill/>
        </p:spPr>
        <p:txBody>
          <a:bodyPr wrap="square">
            <a:spAutoFit/>
          </a:bodyPr>
          <a:lstStyle/>
          <a:p>
            <a:pPr algn="ctr">
              <a:spcAft>
                <a:spcPts val="700"/>
              </a:spcAft>
              <a:defRPr sz="1300" b="1">
                <a:solidFill>
                  <a:srgbClr val="233464"/>
                </a:solidFill>
                <a:latin typeface="Aptos"/>
              </a:defRPr>
            </a:pPr>
            <a:r>
              <a:rPr sz="2000">
                <a:latin typeface="Times New Roman"/>
              </a:rPr>
              <a:t>Department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1" name="TextBox 10"/>
          <p:cNvSpPr txBox="1"/>
          <p:nvPr/>
        </p:nvSpPr>
        <p:spPr>
          <a:xfrm>
            <a:off x="539914" y="1596375"/>
            <a:ext cx="7842206" cy="4334520"/>
          </a:xfrm>
          <a:prstGeom prst="rect">
            <a:avLst/>
          </a:prstGeom>
          <a:noFill/>
        </p:spPr>
        <p:txBody>
          <a:bodyPr wrap="square" lIns="91440" tIns="45720" rIns="91440" bIns="45720" anchor="t">
            <a:spAutoFit/>
          </a:bodyPr>
          <a:lstStyle/>
          <a:p>
            <a:pPr marL="342900" indent="-342900" algn="l">
              <a:spcAft>
                <a:spcPts val="700"/>
              </a:spcAft>
              <a:buFont typeface="Wingdings"/>
              <a:buChar char="Ø"/>
              <a:defRPr sz="2000" b="0">
                <a:solidFill>
                  <a:srgbClr val="2D2D2D"/>
                </a:solidFill>
                <a:latin typeface="Aptos"/>
              </a:defRPr>
            </a:pPr>
            <a:r>
              <a:rPr sz="2400" dirty="0">
                <a:latin typeface="Times New Roman"/>
              </a:rPr>
              <a:t> Problem Understanding</a:t>
            </a:r>
            <a:endParaRPr lang="en-US" sz="2400">
              <a:latin typeface="Times New Roman"/>
              <a:cs typeface="Times New Roman"/>
            </a:endParaRPr>
          </a:p>
          <a:p>
            <a:pPr marL="342900" indent="-342900" algn="l">
              <a:spcAft>
                <a:spcPts val="700"/>
              </a:spcAft>
              <a:buFont typeface="Wingdings"/>
              <a:buChar char="Ø"/>
              <a:defRPr sz="2000" b="0">
                <a:solidFill>
                  <a:srgbClr val="2D2D2D"/>
                </a:solidFill>
                <a:latin typeface="Aptos"/>
              </a:defRPr>
            </a:pPr>
            <a:r>
              <a:rPr lang="en-US" sz="2400" dirty="0">
                <a:latin typeface="Times New Roman"/>
              </a:rPr>
              <a:t> </a:t>
            </a:r>
            <a:r>
              <a:rPr sz="2400" dirty="0">
                <a:latin typeface="Times New Roman"/>
              </a:rPr>
              <a:t>Introduction</a:t>
            </a:r>
            <a:endParaRPr lang="en-US" sz="2400">
              <a:solidFill>
                <a:srgbClr val="2D2D2D"/>
              </a:solidFill>
              <a:latin typeface="Times New Roman"/>
              <a:cs typeface="Times New Roman"/>
            </a:endParaRPr>
          </a:p>
          <a:p>
            <a:pPr marL="342900" indent="-342900" algn="l">
              <a:buFont typeface="Wingdings"/>
              <a:buChar char="Ø"/>
            </a:pPr>
            <a:r>
              <a:rPr sz="2400" dirty="0">
                <a:latin typeface="Times New Roman"/>
              </a:rPr>
              <a:t> </a:t>
            </a:r>
            <a:r>
              <a:rPr lang="en-US" sz="2400" dirty="0">
                <a:latin typeface="Times New Roman"/>
                <a:cs typeface="Times New Roman"/>
              </a:rPr>
              <a:t>Current</a:t>
            </a:r>
            <a:r>
              <a:rPr lang="en-US" dirty="0">
                <a:latin typeface="Times New Roman"/>
                <a:cs typeface="Times New Roman"/>
              </a:rPr>
              <a:t> </a:t>
            </a:r>
            <a:r>
              <a:rPr sz="2400" dirty="0">
                <a:latin typeface="Times New Roman"/>
              </a:rPr>
              <a:t>Approach &amp; Limitations</a:t>
            </a:r>
          </a:p>
          <a:p>
            <a:pPr marL="342900" indent="-342900" algn="l">
              <a:buFont typeface="Wingdings"/>
              <a:buChar char="Ø"/>
            </a:pPr>
            <a:r>
              <a:rPr sz="2400" dirty="0">
                <a:latin typeface="Times New Roman"/>
              </a:rPr>
              <a:t> Proposed Approach</a:t>
            </a:r>
          </a:p>
          <a:p>
            <a:pPr marL="342900" indent="-342900" algn="l">
              <a:buFont typeface="Wingdings"/>
              <a:buChar char="Ø"/>
            </a:pPr>
            <a:r>
              <a:rPr sz="2400" dirty="0">
                <a:latin typeface="Times New Roman"/>
              </a:rPr>
              <a:t> Dataset Description</a:t>
            </a:r>
            <a:endParaRPr lang="en-US" sz="2400">
              <a:latin typeface="Times New Roman"/>
            </a:endParaRPr>
          </a:p>
          <a:p>
            <a:pPr marL="342900" indent="-342900" algn="l">
              <a:buFont typeface="Wingdings"/>
              <a:buChar char="Ø"/>
            </a:pPr>
            <a:r>
              <a:rPr sz="2400" dirty="0">
                <a:latin typeface="Times New Roman"/>
              </a:rPr>
              <a:t> Requirements</a:t>
            </a:r>
            <a:endParaRPr>
              <a:latin typeface="Times New Roman"/>
              <a:cs typeface="Times New Roman"/>
            </a:endParaRPr>
          </a:p>
          <a:p>
            <a:pPr marL="342900" indent="-342900" algn="l">
              <a:buFont typeface="Wingdings"/>
              <a:buChar char="Ø"/>
            </a:pPr>
            <a:r>
              <a:rPr sz="2400" dirty="0">
                <a:latin typeface="Times New Roman"/>
              </a:rPr>
              <a:t> Methodology – 8 Pipeline Stages</a:t>
            </a:r>
          </a:p>
          <a:p>
            <a:pPr marL="342900" indent="-342900" algn="l">
              <a:buFont typeface="Wingdings"/>
              <a:buChar char="Ø"/>
            </a:pPr>
            <a:r>
              <a:rPr sz="2400" dirty="0">
                <a:latin typeface="Times New Roman"/>
              </a:rPr>
              <a:t> Data Visualization</a:t>
            </a:r>
          </a:p>
          <a:p>
            <a:pPr marL="342900" indent="-342900" algn="l">
              <a:buFont typeface="Wingdings"/>
              <a:buChar char="Ø"/>
            </a:pPr>
            <a:r>
              <a:rPr sz="2400" dirty="0">
                <a:latin typeface="Times New Roman"/>
              </a:rPr>
              <a:t> Key Insights &amp; Analysis</a:t>
            </a:r>
          </a:p>
          <a:p>
            <a:pPr marL="342900" indent="-342900" algn="l">
              <a:buFont typeface="Wingdings"/>
              <a:buChar char="Ø"/>
            </a:pPr>
            <a:r>
              <a:rPr sz="2400" dirty="0">
                <a:latin typeface="Times New Roman"/>
              </a:rPr>
              <a:t> Implementation Workflow</a:t>
            </a:r>
          </a:p>
          <a:p>
            <a:pPr marL="342900" indent="-342900" algn="l">
              <a:buFont typeface="Wingdings"/>
              <a:buChar char="Ø"/>
            </a:pPr>
            <a:r>
              <a:rPr sz="2400" dirty="0">
                <a:latin typeface="Times New Roman"/>
              </a:rPr>
              <a:t> Conclusion</a:t>
            </a:r>
          </a:p>
        </p:txBody>
      </p:sp>
      <p:sp>
        <p:nvSpPr>
          <p:cNvPr id="10" name="TextBox 9"/>
          <p:cNvSpPr txBox="1"/>
          <p:nvPr/>
        </p:nvSpPr>
        <p:spPr>
          <a:xfrm>
            <a:off x="2545080" y="269414"/>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a:latin typeface="Times New Roman"/>
              </a:rPr>
              <a:t>Contents</a:t>
            </a:r>
            <a:endParaRPr dirty="0">
              <a:solidFill>
                <a:schemeClr val="bg1"/>
              </a:solidFill>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a:cs typeface="Times New Roman"/>
              </a:endParaRPr>
            </a:p>
          </p:txBody>
        </p:sp>
      </p:gr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2667000" y="304800"/>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a:latin typeface="Times New Roman"/>
              </a:rPr>
              <a:t>PROBLEM UNDERSTANDING</a:t>
            </a:r>
          </a:p>
        </p:txBody>
      </p:sp>
      <p:sp>
        <p:nvSpPr>
          <p:cNvPr id="12" name="TextBox 11"/>
          <p:cNvSpPr txBox="1"/>
          <p:nvPr/>
        </p:nvSpPr>
        <p:spPr>
          <a:xfrm>
            <a:off x="609600" y="1524000"/>
            <a:ext cx="8686800" cy="4154984"/>
          </a:xfrm>
          <a:prstGeom prst="rect">
            <a:avLst/>
          </a:prstGeom>
          <a:noFill/>
        </p:spPr>
        <p:txBody>
          <a:bodyPr wrap="square" lIns="91440" tIns="45720" rIns="91440" bIns="45720" anchor="t">
            <a:spAutoFit/>
          </a:bodyPr>
          <a:lstStyle/>
          <a:p>
            <a:pPr algn="just">
              <a:defRPr sz="1900" b="0">
                <a:solidFill>
                  <a:srgbClr val="2D2D2D"/>
                </a:solidFill>
                <a:latin typeface="Aptos"/>
              </a:defRPr>
            </a:pPr>
            <a:r>
              <a:rPr lang="en-US" sz="2400" dirty="0">
                <a:latin typeface="Times New Roman"/>
                <a:cs typeface="Times New Roman"/>
              </a:rPr>
              <a:t>The job market is constantly changing, making it difficult for students and job seekers to understand which jobs and skills are currently in demand. The Job Demand Analysis project aims to analyze job-related data to identify popular job roles, required skills, qualifications, experience, salary ranges, and industry trends. By cleaning and analyzing the available job data and presenting the results through charts and visualizations, the project helps users understand current employment trends and the skills employers are looking for. This analysis can support better career planning and help job seekers focus on developing relevant skills.</a:t>
            </a:r>
          </a:p>
          <a:p>
            <a:pPr algn="just">
              <a:spcAft>
                <a:spcPts val="700"/>
              </a:spcAft>
              <a:defRPr sz="1900" b="0">
                <a:solidFill>
                  <a:srgbClr val="2D2D2D"/>
                </a:solidFill>
                <a:latin typeface="Aptos"/>
              </a:defRPr>
            </a:pPr>
            <a:endParaRPr lang="en-US" sz="24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0"/>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a:cs typeface="Times New Roman"/>
              </a:endParaRPr>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468880" y="21633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a:latin typeface="Times New Roman"/>
              </a:rPr>
              <a:t>Introduction</a:t>
            </a:r>
          </a:p>
        </p:txBody>
      </p:sp>
      <p:sp>
        <p:nvSpPr>
          <p:cNvPr id="19" name="TextBox 18"/>
          <p:cNvSpPr txBox="1"/>
          <p:nvPr/>
        </p:nvSpPr>
        <p:spPr>
          <a:xfrm>
            <a:off x="415843" y="1057209"/>
            <a:ext cx="8778240" cy="6383799"/>
          </a:xfrm>
          <a:prstGeom prst="rect">
            <a:avLst/>
          </a:prstGeom>
          <a:noFill/>
        </p:spPr>
        <p:txBody>
          <a:bodyPr wrap="square" lIns="91440" tIns="45720" rIns="91440" bIns="45720" anchor="t">
            <a:spAutoFit/>
          </a:bodyPr>
          <a:lstStyle/>
          <a:p>
            <a:pPr algn="l">
              <a:defRPr sz="1900" b="0">
                <a:solidFill>
                  <a:srgbClr val="2D2D2D"/>
                </a:solidFill>
                <a:latin typeface="Aptos"/>
              </a:defRPr>
            </a:pPr>
            <a:endParaRPr lang="en-US" dirty="0">
              <a:latin typeface="Times New Roman"/>
              <a:cs typeface="Times New Roman"/>
            </a:endParaRPr>
          </a:p>
          <a:p>
            <a:pPr marL="342900" indent="-342900" algn="l">
              <a:buFont typeface="Arial"/>
              <a:buChar char="•"/>
              <a:defRPr sz="1900" b="0">
                <a:solidFill>
                  <a:srgbClr val="2D2D2D"/>
                </a:solidFill>
                <a:latin typeface="Aptos"/>
              </a:defRPr>
            </a:pPr>
            <a:r>
              <a:rPr lang="en-US" sz="2400" dirty="0">
                <a:solidFill>
                  <a:srgbClr val="2D2D2D"/>
                </a:solidFill>
                <a:latin typeface="Times New Roman"/>
                <a:cs typeface="Times New Roman"/>
              </a:rPr>
              <a:t>The Job Demand Analysis project focuses on understanding current trends in the job market.</a:t>
            </a:r>
            <a:endParaRPr lang="en-US" sz="2400">
              <a:latin typeface="Times New Roman"/>
              <a:cs typeface="Times New Roman"/>
            </a:endParaRPr>
          </a:p>
          <a:p>
            <a:pPr marL="342900" indent="-342900" algn="l">
              <a:buFont typeface="Arial"/>
              <a:buChar char="•"/>
              <a:defRPr sz="1900" b="0">
                <a:solidFill>
                  <a:srgbClr val="2D2D2D"/>
                </a:solidFill>
                <a:latin typeface="Aptos"/>
              </a:defRPr>
            </a:pPr>
            <a:r>
              <a:rPr lang="en-US" sz="2400" dirty="0">
                <a:solidFill>
                  <a:srgbClr val="2D2D2D"/>
                </a:solidFill>
                <a:latin typeface="Times New Roman"/>
                <a:cs typeface="Times New Roman"/>
              </a:rPr>
              <a:t>It analyzes job-related data such as job roles, skills, qualifications, experience, and salaries.</a:t>
            </a:r>
            <a:endParaRPr lang="en-US" sz="2400">
              <a:latin typeface="Times New Roman"/>
              <a:cs typeface="Times New Roman"/>
            </a:endParaRPr>
          </a:p>
          <a:p>
            <a:pPr marL="342900" indent="-342900" algn="l">
              <a:buFont typeface="Arial"/>
              <a:buChar char="•"/>
              <a:defRPr sz="1900" b="0">
                <a:solidFill>
                  <a:srgbClr val="2D2D2D"/>
                </a:solidFill>
                <a:latin typeface="Aptos"/>
              </a:defRPr>
            </a:pPr>
            <a:r>
              <a:rPr lang="en-US" sz="2400" dirty="0">
                <a:solidFill>
                  <a:srgbClr val="2D2D2D"/>
                </a:solidFill>
                <a:latin typeface="Times New Roman"/>
                <a:cs typeface="Times New Roman"/>
              </a:rPr>
              <a:t>The project helps identify which jobs and skills are most in demand among employers.</a:t>
            </a:r>
            <a:endParaRPr lang="en-US" sz="2400">
              <a:latin typeface="Times New Roman"/>
              <a:cs typeface="Times New Roman"/>
            </a:endParaRPr>
          </a:p>
          <a:p>
            <a:pPr marL="342900" indent="-342900" algn="l">
              <a:buFont typeface="Arial"/>
              <a:buChar char="•"/>
              <a:defRPr sz="1900" b="0">
                <a:solidFill>
                  <a:srgbClr val="2D2D2D"/>
                </a:solidFill>
                <a:latin typeface="Aptos"/>
              </a:defRPr>
            </a:pPr>
            <a:r>
              <a:rPr lang="en-US" sz="2400" dirty="0">
                <a:solidFill>
                  <a:srgbClr val="2D2D2D"/>
                </a:solidFill>
                <a:latin typeface="Times New Roman"/>
                <a:cs typeface="Times New Roman"/>
              </a:rPr>
              <a:t>Data analysis and visualizations are used to present important patterns and trends clearly.</a:t>
            </a:r>
            <a:endParaRPr lang="en-US" sz="2400">
              <a:latin typeface="Times New Roman"/>
              <a:cs typeface="Times New Roman"/>
            </a:endParaRPr>
          </a:p>
          <a:p>
            <a:pPr marL="342900" indent="-342900" algn="l">
              <a:buFont typeface="Arial"/>
              <a:buChar char="•"/>
              <a:defRPr sz="1900" b="0">
                <a:solidFill>
                  <a:srgbClr val="2D2D2D"/>
                </a:solidFill>
                <a:latin typeface="Aptos"/>
              </a:defRPr>
            </a:pPr>
            <a:r>
              <a:rPr lang="en-US" sz="2400" dirty="0">
                <a:solidFill>
                  <a:srgbClr val="2D2D2D"/>
                </a:solidFill>
                <a:latin typeface="Times New Roman"/>
                <a:cs typeface="Times New Roman"/>
              </a:rPr>
              <a:t>The results can help students and job seekers understand market requirements and plan their careers accordingly.</a:t>
            </a:r>
            <a:endParaRPr lang="en-US" sz="2400">
              <a:latin typeface="Times New Roman"/>
              <a:cs typeface="Times New Roman"/>
            </a:endParaRPr>
          </a:p>
          <a:p>
            <a:pPr marL="342900" indent="-342900" algn="l">
              <a:buFont typeface="Arial"/>
              <a:buChar char="•"/>
            </a:pPr>
            <a:r>
              <a:rPr lang="en-US" sz="2400" dirty="0">
                <a:latin typeface="Times New Roman"/>
                <a:ea typeface="Calibri"/>
                <a:cs typeface="Times New Roman"/>
              </a:rPr>
              <a:t> Matplotlib and Seaborn are used to convert analytical results into clear and meaningful visualizations.</a:t>
            </a:r>
          </a:p>
          <a:p>
            <a:pPr marL="342900" indent="-342900" algn="l">
              <a:spcAft>
                <a:spcPts val="700"/>
              </a:spcAft>
              <a:buFont typeface="Arial"/>
              <a:buChar char="•"/>
            </a:pPr>
            <a:r>
              <a:rPr lang="en-US" sz="2400" dirty="0">
                <a:latin typeface="Times New Roman"/>
                <a:ea typeface="Calibri"/>
                <a:cs typeface="Times New Roman"/>
              </a:rPr>
              <a:t>The project follows an 8-stage data analysis pipeline, starting from data loading and preprocessing to analysis, visualization, and final results interpretation.</a:t>
            </a:r>
          </a:p>
          <a:p>
            <a:pPr marL="342900" indent="-342900" algn="l">
              <a:spcAft>
                <a:spcPts val="700"/>
              </a:spcAft>
              <a:buFont typeface="Arial"/>
              <a:buChar char="•"/>
            </a:pPr>
            <a:endParaRPr lang="en-US" sz="2400" dirty="0">
              <a:solidFill>
                <a:srgbClr val="000000"/>
              </a:solidFill>
              <a:latin typeface="Times New Roman"/>
              <a:cs typeface="Times New Roman"/>
            </a:endParaRP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a:cs typeface="Times New Roman"/>
              </a:endParaRPr>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667000" y="304800"/>
            <a:ext cx="5181600" cy="430887"/>
          </a:xfrm>
          <a:prstGeom prst="rect">
            <a:avLst/>
          </a:prstGeom>
          <a:noFill/>
        </p:spPr>
        <p:txBody>
          <a:bodyPr wrap="square">
            <a:spAutoFit/>
          </a:bodyPr>
          <a:lstStyle/>
          <a:p>
            <a:pPr algn="ctr">
              <a:spcAft>
                <a:spcPts val="700"/>
              </a:spcAft>
              <a:defRPr sz="2200" b="1">
                <a:solidFill>
                  <a:srgbClr val="233464"/>
                </a:solidFill>
                <a:latin typeface="Aptos"/>
              </a:defRPr>
            </a:pPr>
            <a:r>
              <a:rPr>
                <a:latin typeface="Times New Roman"/>
              </a:rPr>
              <a:t>Current / Manual Approach</a:t>
            </a:r>
          </a:p>
        </p:txBody>
      </p:sp>
      <p:sp>
        <p:nvSpPr>
          <p:cNvPr id="19" name="TextBox 18"/>
          <p:cNvSpPr txBox="1"/>
          <p:nvPr/>
        </p:nvSpPr>
        <p:spPr>
          <a:xfrm>
            <a:off x="635808" y="1667397"/>
            <a:ext cx="8778240" cy="4447371"/>
          </a:xfrm>
          <a:prstGeom prst="rect">
            <a:avLst/>
          </a:prstGeom>
          <a:noFill/>
        </p:spPr>
        <p:txBody>
          <a:bodyPr wrap="square" lIns="91440" tIns="45720" rIns="91440" bIns="45720" anchor="t">
            <a:spAutoFit/>
          </a:bodyPr>
          <a:lstStyle/>
          <a:p>
            <a:pPr algn="l">
              <a:defRPr sz="1900" b="0">
                <a:solidFill>
                  <a:srgbClr val="2D2D2D"/>
                </a:solidFill>
                <a:latin typeface="Aptos"/>
              </a:defRPr>
            </a:pPr>
            <a:endParaRPr lang="en-US" dirty="0">
              <a:latin typeface="Times New Roman"/>
              <a:cs typeface="Times New Roman"/>
            </a:endParaRPr>
          </a:p>
          <a:p>
            <a:pPr marL="342900" indent="-342900" algn="l">
              <a:buChar char="•"/>
              <a:defRPr sz="1900" b="0">
                <a:solidFill>
                  <a:srgbClr val="2D2D2D"/>
                </a:solidFill>
                <a:latin typeface="Aptos"/>
              </a:defRPr>
            </a:pPr>
            <a:r>
              <a:rPr lang="en-US" sz="2400" dirty="0">
                <a:solidFill>
                  <a:srgbClr val="2D2D2D"/>
                </a:solidFill>
                <a:latin typeface="Times New Roman"/>
                <a:cs typeface="Times New Roman"/>
              </a:rPr>
              <a:t>Job market information is often collected manually from different job portals and websites.</a:t>
            </a:r>
            <a:endParaRPr lang="en-US" sz="2400">
              <a:latin typeface="Times New Roman"/>
              <a:cs typeface="Times New Roman"/>
            </a:endParaRPr>
          </a:p>
          <a:p>
            <a:pPr marL="342900" indent="-342900" algn="l">
              <a:buChar char="•"/>
              <a:defRPr sz="1900" b="0">
                <a:solidFill>
                  <a:srgbClr val="2D2D2D"/>
                </a:solidFill>
                <a:latin typeface="Aptos"/>
              </a:defRPr>
            </a:pPr>
            <a:r>
              <a:rPr lang="en-US" sz="2400" dirty="0">
                <a:solidFill>
                  <a:srgbClr val="2D2D2D"/>
                </a:solidFill>
                <a:latin typeface="Times New Roman"/>
                <a:cs typeface="Times New Roman"/>
              </a:rPr>
              <a:t>Comparing job roles, skills, salaries, and qualifications can be time-consuming and difficult.</a:t>
            </a:r>
            <a:endParaRPr lang="en-US" sz="2400">
              <a:latin typeface="Times New Roman"/>
              <a:cs typeface="Times New Roman"/>
            </a:endParaRPr>
          </a:p>
          <a:p>
            <a:pPr marL="342900" indent="-342900" algn="l">
              <a:buChar char="•"/>
              <a:defRPr sz="1900" b="0">
                <a:solidFill>
                  <a:srgbClr val="2D2D2D"/>
                </a:solidFill>
                <a:latin typeface="Aptos"/>
              </a:defRPr>
            </a:pPr>
            <a:r>
              <a:rPr lang="en-US" sz="2400" dirty="0">
                <a:solidFill>
                  <a:srgbClr val="2D2D2D"/>
                </a:solidFill>
                <a:latin typeface="Times New Roman"/>
                <a:cs typeface="Times New Roman"/>
              </a:rPr>
              <a:t>Manual analysis may lead to inconsistent or incomplete information.</a:t>
            </a:r>
            <a:endParaRPr lang="en-US" sz="2400">
              <a:latin typeface="Times New Roman"/>
              <a:cs typeface="Times New Roman"/>
            </a:endParaRPr>
          </a:p>
          <a:p>
            <a:pPr marL="342900" indent="-342900" algn="l">
              <a:buChar char="•"/>
              <a:defRPr sz="1900" b="0">
                <a:solidFill>
                  <a:srgbClr val="2D2D2D"/>
                </a:solidFill>
                <a:latin typeface="Aptos"/>
              </a:defRPr>
            </a:pPr>
            <a:r>
              <a:rPr lang="en-US" sz="2400" dirty="0">
                <a:solidFill>
                  <a:srgbClr val="2D2D2D"/>
                </a:solidFill>
                <a:latin typeface="Times New Roman"/>
                <a:cs typeface="Times New Roman"/>
              </a:rPr>
              <a:t>Identifying the most demanded skills and job roles is difficult without proper data analysis.</a:t>
            </a:r>
            <a:endParaRPr lang="en-US" sz="2400">
              <a:latin typeface="Times New Roman"/>
              <a:cs typeface="Times New Roman"/>
            </a:endParaRPr>
          </a:p>
          <a:p>
            <a:pPr marL="342900" indent="-342900" algn="l">
              <a:buChar char="•"/>
              <a:defRPr sz="1900" b="0">
                <a:solidFill>
                  <a:srgbClr val="2D2D2D"/>
                </a:solidFill>
                <a:latin typeface="Aptos"/>
              </a:defRPr>
            </a:pPr>
            <a:r>
              <a:rPr lang="en-US" sz="2400" dirty="0">
                <a:solidFill>
                  <a:srgbClr val="2D2D2D"/>
                </a:solidFill>
                <a:latin typeface="Times New Roman"/>
                <a:cs typeface="Times New Roman"/>
              </a:rPr>
              <a:t>There is limited use of visualizations and automated analysis to understand job market trends.</a:t>
            </a:r>
            <a:endParaRPr lang="en-US" sz="2400">
              <a:latin typeface="Times New Roman"/>
              <a:cs typeface="Times New Roman"/>
            </a:endParaRPr>
          </a:p>
          <a:p>
            <a:pPr algn="l">
              <a:spcAft>
                <a:spcPts val="700"/>
              </a:spcAft>
              <a:defRPr sz="1900" b="0">
                <a:solidFill>
                  <a:srgbClr val="2D2D2D"/>
                </a:solidFill>
                <a:latin typeface="Aptos"/>
              </a:defRPr>
            </a:pPr>
            <a:endParaRPr lang="en-US" sz="2400" dirty="0">
              <a:solidFill>
                <a:srgbClr val="2D2D2D"/>
              </a:solidFill>
              <a:latin typeface="Times New Roman"/>
              <a:cs typeface="Times New Roman"/>
            </a:endParaRPr>
          </a:p>
        </p:txBody>
      </p:sp>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5B758792-840A-895D-A2CD-A09955CC1720}"/>
              </a:ext>
            </a:extLst>
          </p:cNvPr>
          <p:cNvGrpSpPr/>
          <p:nvPr/>
        </p:nvGrpSpPr>
        <p:grpSpPr>
          <a:xfrm>
            <a:off x="2743200" y="0"/>
            <a:ext cx="5103904" cy="1198311"/>
            <a:chOff x="2648188" y="47148"/>
            <a:chExt cx="5103904" cy="1198311"/>
          </a:xfrm>
        </p:grpSpPr>
        <p:pic>
          <p:nvPicPr>
            <p:cNvPr id="3" name="object 4">
              <a:extLst>
                <a:ext uri="{FF2B5EF4-FFF2-40B4-BE49-F238E27FC236}">
                  <a16:creationId xmlns:a16="http://schemas.microsoft.com/office/drawing/2014/main" id="{E290B6E4-4C6A-D92F-FFFC-B388B7843517}"/>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7F4EE37-279F-308C-F87F-6E638DA19370}"/>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8ED23BED-35EB-2EF2-62D6-17D1E3CB000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2F06FBF5-D468-2472-2E09-3659EB0BF5E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a:cs typeface="Times New Roman"/>
              </a:endParaRPr>
            </a:p>
          </p:txBody>
        </p:sp>
      </p:grpSp>
      <p:sp>
        <p:nvSpPr>
          <p:cNvPr id="18" name="TextBox 17"/>
          <p:cNvSpPr txBox="1"/>
          <p:nvPr/>
        </p:nvSpPr>
        <p:spPr>
          <a:xfrm>
            <a:off x="2743200" y="256032"/>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a:latin typeface="Times New Roman"/>
              </a:rPr>
              <a:t>Limitations of Manual Analysis</a:t>
            </a:r>
          </a:p>
        </p:txBody>
      </p:sp>
      <p:sp>
        <p:nvSpPr>
          <p:cNvPr id="19" name="TextBox 18"/>
          <p:cNvSpPr txBox="1"/>
          <p:nvPr/>
        </p:nvSpPr>
        <p:spPr>
          <a:xfrm>
            <a:off x="735792" y="1665985"/>
            <a:ext cx="8778240" cy="4062651"/>
          </a:xfrm>
          <a:prstGeom prst="rect">
            <a:avLst/>
          </a:prstGeom>
          <a:noFill/>
        </p:spPr>
        <p:txBody>
          <a:bodyPr wrap="square" lIns="91440" tIns="45720" rIns="91440" bIns="45720" anchor="t">
            <a:spAutoFit/>
          </a:bodyPr>
          <a:lstStyle/>
          <a:p>
            <a:pPr algn="l">
              <a:defRPr sz="1800" b="0">
                <a:solidFill>
                  <a:srgbClr val="2D2D2D"/>
                </a:solidFill>
                <a:latin typeface="Aptos"/>
              </a:defRPr>
            </a:pPr>
            <a:endParaRPr lang="en-US" dirty="0">
              <a:latin typeface="Times New Roman"/>
              <a:cs typeface="Times New Roman"/>
            </a:endParaRPr>
          </a:p>
          <a:p>
            <a:pPr marL="342900" indent="-342900" algn="l">
              <a:buFont typeface="Arial"/>
              <a:buChar char="•"/>
              <a:defRPr sz="1800" b="0">
                <a:solidFill>
                  <a:srgbClr val="2D2D2D"/>
                </a:solidFill>
                <a:latin typeface="Aptos"/>
              </a:defRPr>
            </a:pPr>
            <a:r>
              <a:rPr lang="en-US" sz="2400" dirty="0">
                <a:solidFill>
                  <a:srgbClr val="2D2D2D"/>
                </a:solidFill>
                <a:latin typeface="Times New Roman"/>
                <a:cs typeface="Times New Roman"/>
              </a:rPr>
              <a:t>Time-consuming to collect and analyze large amounts of job data.</a:t>
            </a:r>
            <a:endParaRPr lang="en-US" sz="2400">
              <a:latin typeface="Times New Roman"/>
              <a:cs typeface="Times New Roman"/>
            </a:endParaRPr>
          </a:p>
          <a:p>
            <a:pPr marL="342900" indent="-342900" algn="l">
              <a:buFont typeface="Arial"/>
              <a:buChar char="•"/>
              <a:defRPr sz="1800" b="0">
                <a:solidFill>
                  <a:srgbClr val="2D2D2D"/>
                </a:solidFill>
                <a:latin typeface="Aptos"/>
              </a:defRPr>
            </a:pPr>
            <a:r>
              <a:rPr lang="en-US" sz="2400" dirty="0">
                <a:solidFill>
                  <a:srgbClr val="2D2D2D"/>
                </a:solidFill>
                <a:latin typeface="Times New Roman"/>
                <a:cs typeface="Times New Roman"/>
              </a:rPr>
              <a:t>Prone to human errors during data collection and analysis.</a:t>
            </a:r>
            <a:endParaRPr lang="en-US" sz="2400">
              <a:latin typeface="Times New Roman"/>
              <a:cs typeface="Times New Roman"/>
            </a:endParaRPr>
          </a:p>
          <a:p>
            <a:pPr marL="342900" indent="-342900" algn="l">
              <a:buFont typeface="Arial"/>
              <a:buChar char="•"/>
              <a:defRPr sz="1800" b="0">
                <a:solidFill>
                  <a:srgbClr val="2D2D2D"/>
                </a:solidFill>
                <a:latin typeface="Aptos"/>
              </a:defRPr>
            </a:pPr>
            <a:r>
              <a:rPr lang="en-US" sz="2400" dirty="0">
                <a:solidFill>
                  <a:srgbClr val="2D2D2D"/>
                </a:solidFill>
                <a:latin typeface="Times New Roman"/>
                <a:cs typeface="Times New Roman"/>
              </a:rPr>
              <a:t>Difficult to identify trends and patterns from large datasets.</a:t>
            </a:r>
            <a:endParaRPr lang="en-US" sz="2400">
              <a:latin typeface="Times New Roman"/>
              <a:cs typeface="Times New Roman"/>
            </a:endParaRPr>
          </a:p>
          <a:p>
            <a:pPr marL="342900" indent="-342900" algn="l">
              <a:buFont typeface="Arial"/>
              <a:buChar char="•"/>
              <a:defRPr sz="1800" b="0">
                <a:solidFill>
                  <a:srgbClr val="2D2D2D"/>
                </a:solidFill>
                <a:latin typeface="Aptos"/>
              </a:defRPr>
            </a:pPr>
            <a:r>
              <a:rPr lang="en-US" sz="2400" dirty="0">
                <a:solidFill>
                  <a:srgbClr val="2D2D2D"/>
                </a:solidFill>
                <a:latin typeface="Times New Roman"/>
                <a:cs typeface="Times New Roman"/>
              </a:rPr>
              <a:t>Manual comparison of job roles, skills, salaries, and qualifications is inefficient.</a:t>
            </a:r>
            <a:endParaRPr lang="en-US" sz="2400">
              <a:latin typeface="Times New Roman"/>
              <a:cs typeface="Times New Roman"/>
            </a:endParaRPr>
          </a:p>
          <a:p>
            <a:pPr marL="342900" indent="-342900" algn="l">
              <a:buFont typeface="Arial"/>
              <a:buChar char="•"/>
              <a:defRPr sz="1800" b="0">
                <a:solidFill>
                  <a:srgbClr val="2D2D2D"/>
                </a:solidFill>
                <a:latin typeface="Aptos"/>
              </a:defRPr>
            </a:pPr>
            <a:r>
              <a:rPr lang="en-US" sz="2400" dirty="0">
                <a:solidFill>
                  <a:srgbClr val="2D2D2D"/>
                </a:solidFill>
                <a:latin typeface="Times New Roman"/>
                <a:cs typeface="Times New Roman"/>
              </a:rPr>
              <a:t>Data may become outdated quickly as job market requirements change.</a:t>
            </a:r>
            <a:endParaRPr lang="en-US" sz="2400">
              <a:latin typeface="Times New Roman"/>
              <a:cs typeface="Times New Roman"/>
            </a:endParaRPr>
          </a:p>
          <a:p>
            <a:pPr marL="342900" indent="-342900" algn="l">
              <a:buFont typeface="Arial"/>
              <a:buChar char="•"/>
              <a:defRPr sz="1800" b="0">
                <a:solidFill>
                  <a:srgbClr val="2D2D2D"/>
                </a:solidFill>
                <a:latin typeface="Aptos"/>
              </a:defRPr>
            </a:pPr>
            <a:r>
              <a:rPr lang="en-US" sz="2400" dirty="0">
                <a:solidFill>
                  <a:srgbClr val="2D2D2D"/>
                </a:solidFill>
                <a:latin typeface="Times New Roman"/>
                <a:cs typeface="Times New Roman"/>
              </a:rPr>
              <a:t>Limited ability to create clear and interactive visualizations for decision-making.</a:t>
            </a:r>
            <a:endParaRPr lang="en-US" sz="2400">
              <a:latin typeface="Times New Roman"/>
              <a:cs typeface="Times New Roman"/>
            </a:endParaRPr>
          </a:p>
          <a:p>
            <a:pPr marL="342900" indent="-342900" algn="l">
              <a:spcAft>
                <a:spcPts val="700"/>
              </a:spcAft>
              <a:buFont typeface="Arial"/>
              <a:buChar char="•"/>
              <a:defRPr sz="1800" b="0">
                <a:solidFill>
                  <a:srgbClr val="2D2D2D"/>
                </a:solidFill>
                <a:latin typeface="Aptos"/>
              </a:defRPr>
            </a:pPr>
            <a:endParaRPr lang="en-US" sz="2400" dirty="0">
              <a:solidFill>
                <a:srgbClr val="2D2D2D"/>
              </a:solidFill>
              <a:latin typeface="Times New Roman"/>
              <a:cs typeface="Times New Roman"/>
            </a:endParaRPr>
          </a:p>
        </p:txBody>
      </p:sp>
    </p:spTree>
    <p:extLst>
      <p:ext uri="{BB962C8B-B14F-4D97-AF65-F5344CB8AC3E}">
        <p14:creationId xmlns:p14="http://schemas.microsoft.com/office/powerpoint/2010/main" val="16263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290750" y="204311"/>
            <a:ext cx="1163002" cy="424338"/>
          </a:xfrm>
          <a:prstGeom prst="rect">
            <a:avLst/>
          </a:prstGeom>
        </p:spPr>
      </p:pic>
      <p:grpSp>
        <p:nvGrpSpPr>
          <p:cNvPr id="3" name="object 3">
            <a:extLst>
              <a:ext uri="{FF2B5EF4-FFF2-40B4-BE49-F238E27FC236}">
                <a16:creationId xmlns:a16="http://schemas.microsoft.com/office/drawing/2014/main" id="{39A132B5-7282-BB0D-41D0-2D605FAF9D2A}"/>
              </a:ext>
            </a:extLst>
          </p:cNvPr>
          <p:cNvGrpSpPr/>
          <p:nvPr/>
        </p:nvGrpSpPr>
        <p:grpSpPr>
          <a:xfrm>
            <a:off x="2743200" y="228600"/>
            <a:ext cx="4997767" cy="1092279"/>
            <a:chOff x="2703195" y="86439"/>
            <a:chExt cx="4997767" cy="1092279"/>
          </a:xfrm>
        </p:grpSpPr>
        <p:pic>
          <p:nvPicPr>
            <p:cNvPr id="5" name="object 5">
              <a:extLst>
                <a:ext uri="{FF2B5EF4-FFF2-40B4-BE49-F238E27FC236}">
                  <a16:creationId xmlns:a16="http://schemas.microsoft.com/office/drawing/2014/main" id="{19E5F2C6-879E-09C8-70D8-F12E4105BA45}"/>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12F6F0F7-7EC3-7119-588E-9CA45688A5E4}"/>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6FF94120-5DAA-BA86-6F61-CE59BF796C6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a:cs typeface="Times New Roman"/>
              </a:endParaRPr>
            </a:p>
          </p:txBody>
        </p:sp>
      </p:grpSp>
      <p:sp>
        <p:nvSpPr>
          <p:cNvPr id="18" name="TextBox 17"/>
          <p:cNvSpPr txBox="1"/>
          <p:nvPr/>
        </p:nvSpPr>
        <p:spPr>
          <a:xfrm>
            <a:off x="2743200" y="374808"/>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a:latin typeface="Times New Roman"/>
              </a:rPr>
              <a:t>Proposed Approach</a:t>
            </a:r>
          </a:p>
        </p:txBody>
      </p:sp>
      <p:sp>
        <p:nvSpPr>
          <p:cNvPr id="19" name="TextBox 18"/>
          <p:cNvSpPr txBox="1"/>
          <p:nvPr/>
        </p:nvSpPr>
        <p:spPr>
          <a:xfrm>
            <a:off x="777240" y="1806705"/>
            <a:ext cx="8503920" cy="3939540"/>
          </a:xfrm>
          <a:prstGeom prst="rect">
            <a:avLst/>
          </a:prstGeom>
          <a:noFill/>
        </p:spPr>
        <p:txBody>
          <a:bodyPr wrap="square" lIns="91440" tIns="45720" rIns="91440" bIns="45720" anchor="t">
            <a:spAutoFit/>
          </a:bodyPr>
          <a:lstStyle/>
          <a:p>
            <a:pPr algn="l">
              <a:buFont typeface="Arial"/>
              <a:buChar char="•"/>
              <a:defRPr sz="1900" b="0">
                <a:solidFill>
                  <a:srgbClr val="2D2D2D"/>
                </a:solidFill>
                <a:latin typeface="Aptos"/>
              </a:defRPr>
            </a:pPr>
            <a:endParaRPr lang="en-US" sz="1900" dirty="0">
              <a:solidFill>
                <a:srgbClr val="2D2D2D"/>
              </a:solidFill>
              <a:latin typeface="Times New Roman"/>
              <a:cs typeface="Times New Roman"/>
            </a:endParaRPr>
          </a:p>
          <a:p>
            <a:pPr marL="342900" indent="-342900" algn="l">
              <a:spcAft>
                <a:spcPts val="700"/>
              </a:spcAft>
              <a:buFont typeface="Arial"/>
              <a:buChar char="•"/>
              <a:defRPr sz="1900" b="0">
                <a:solidFill>
                  <a:srgbClr val="2D2D2D"/>
                </a:solidFill>
                <a:latin typeface="Aptos"/>
              </a:defRPr>
            </a:pPr>
            <a:r>
              <a:rPr lang="en-US" sz="2400" dirty="0">
                <a:solidFill>
                  <a:srgbClr val="2D2D2D"/>
                </a:solidFill>
                <a:latin typeface="Times New Roman"/>
                <a:cs typeface="Times New Roman"/>
              </a:rPr>
              <a:t> Collect job-related data from available sources.</a:t>
            </a:r>
            <a:endParaRPr lang="en-US" sz="2400" dirty="0">
              <a:latin typeface="Times New Roman"/>
              <a:cs typeface="Times New Roman"/>
            </a:endParaRPr>
          </a:p>
          <a:p>
            <a:pPr marL="342900" indent="-342900" algn="l">
              <a:spcAft>
                <a:spcPts val="700"/>
              </a:spcAft>
              <a:buFont typeface="Arial"/>
              <a:buChar char="•"/>
              <a:defRPr sz="1900" b="0">
                <a:solidFill>
                  <a:srgbClr val="2D2D2D"/>
                </a:solidFill>
                <a:latin typeface="Aptos"/>
              </a:defRPr>
            </a:pPr>
            <a:r>
              <a:rPr lang="en-US" sz="2400" dirty="0">
                <a:solidFill>
                  <a:srgbClr val="2D2D2D"/>
                </a:solidFill>
                <a:latin typeface="Times New Roman"/>
                <a:cs typeface="Times New Roman"/>
              </a:rPr>
              <a:t>Clean and preprocess the collected data.</a:t>
            </a:r>
            <a:endParaRPr lang="en-US" sz="2400" dirty="0">
              <a:latin typeface="Times New Roman"/>
              <a:cs typeface="Times New Roman"/>
            </a:endParaRPr>
          </a:p>
          <a:p>
            <a:pPr marL="342900" indent="-342900" algn="l">
              <a:spcAft>
                <a:spcPts val="700"/>
              </a:spcAft>
              <a:buFont typeface="Arial"/>
              <a:buChar char="•"/>
              <a:defRPr sz="1900" b="0">
                <a:solidFill>
                  <a:srgbClr val="2D2D2D"/>
                </a:solidFill>
                <a:latin typeface="Aptos"/>
              </a:defRPr>
            </a:pPr>
            <a:r>
              <a:rPr lang="en-US" sz="2400" dirty="0">
                <a:solidFill>
                  <a:srgbClr val="2D2D2D"/>
                </a:solidFill>
                <a:latin typeface="Times New Roman"/>
                <a:cs typeface="Times New Roman"/>
              </a:rPr>
              <a:t>Analyze job roles, skills, salaries, and qualifications.</a:t>
            </a:r>
            <a:endParaRPr lang="en-US" sz="2400" dirty="0">
              <a:latin typeface="Times New Roman"/>
              <a:cs typeface="Times New Roman"/>
            </a:endParaRPr>
          </a:p>
          <a:p>
            <a:pPr marL="342900" indent="-342900" algn="l">
              <a:spcAft>
                <a:spcPts val="700"/>
              </a:spcAft>
              <a:buFont typeface="Arial"/>
              <a:buChar char="•"/>
              <a:defRPr sz="1900" b="0">
                <a:solidFill>
                  <a:srgbClr val="2D2D2D"/>
                </a:solidFill>
                <a:latin typeface="Aptos"/>
              </a:defRPr>
            </a:pPr>
            <a:r>
              <a:rPr lang="en-US" sz="2400" dirty="0">
                <a:solidFill>
                  <a:srgbClr val="2D2D2D"/>
                </a:solidFill>
                <a:latin typeface="Times New Roman"/>
                <a:cs typeface="Times New Roman"/>
              </a:rPr>
              <a:t>Identify the most demanded jobs and skills.</a:t>
            </a:r>
            <a:endParaRPr lang="en-US" sz="2400" dirty="0">
              <a:latin typeface="Times New Roman"/>
              <a:cs typeface="Times New Roman"/>
            </a:endParaRPr>
          </a:p>
          <a:p>
            <a:pPr marL="342900" indent="-342900" algn="l">
              <a:spcAft>
                <a:spcPts val="700"/>
              </a:spcAft>
              <a:buFont typeface="Arial"/>
              <a:buChar char="•"/>
              <a:defRPr sz="1900" b="0">
                <a:solidFill>
                  <a:srgbClr val="2D2D2D"/>
                </a:solidFill>
                <a:latin typeface="Aptos"/>
              </a:defRPr>
            </a:pPr>
            <a:r>
              <a:rPr lang="en-US" sz="2400" dirty="0">
                <a:solidFill>
                  <a:srgbClr val="2D2D2D"/>
                </a:solidFill>
                <a:latin typeface="Times New Roman"/>
                <a:cs typeface="Times New Roman"/>
              </a:rPr>
              <a:t>Create visualizations using Matplotlib and Seaborn.</a:t>
            </a:r>
            <a:endParaRPr lang="en-US" sz="2400" dirty="0">
              <a:latin typeface="Times New Roman"/>
              <a:cs typeface="Times New Roman"/>
            </a:endParaRPr>
          </a:p>
          <a:p>
            <a:pPr marL="342900" indent="-342900" algn="l">
              <a:spcAft>
                <a:spcPts val="700"/>
              </a:spcAft>
              <a:buFont typeface="Arial"/>
              <a:buChar char="•"/>
              <a:defRPr sz="1900" b="0">
                <a:solidFill>
                  <a:srgbClr val="2D2D2D"/>
                </a:solidFill>
                <a:latin typeface="Aptos"/>
              </a:defRPr>
            </a:pPr>
            <a:r>
              <a:rPr lang="en-US" sz="2400" dirty="0">
                <a:solidFill>
                  <a:srgbClr val="2D2D2D"/>
                </a:solidFill>
                <a:latin typeface="Times New Roman"/>
                <a:cs typeface="Times New Roman"/>
              </a:rPr>
              <a:t>Present the findings for better career and job-market understanding.</a:t>
            </a:r>
            <a:endParaRPr lang="en-US" sz="2400" dirty="0">
              <a:latin typeface="Times New Roman"/>
              <a:cs typeface="Times New Roman"/>
            </a:endParaRPr>
          </a:p>
          <a:p>
            <a:pPr marL="457200" indent="-457200" algn="l">
              <a:spcAft>
                <a:spcPts val="700"/>
              </a:spcAft>
              <a:buFont typeface="Arial"/>
              <a:buChar char="•"/>
              <a:defRPr sz="1900" b="0">
                <a:solidFill>
                  <a:srgbClr val="2D2D2D"/>
                </a:solidFill>
                <a:latin typeface="Aptos"/>
              </a:defRPr>
            </a:pPr>
            <a:endParaRPr lang="en-US" sz="2800" dirty="0">
              <a:solidFill>
                <a:srgbClr val="2D2D2D"/>
              </a:solidFill>
              <a:latin typeface="Times New Roman"/>
              <a:cs typeface="Times New Roman"/>
            </a:endParaRPr>
          </a:p>
        </p:txBody>
      </p:sp>
    </p:spTree>
    <p:extLst>
      <p:ext uri="{BB962C8B-B14F-4D97-AF65-F5344CB8AC3E}">
        <p14:creationId xmlns:p14="http://schemas.microsoft.com/office/powerpoint/2010/main" val="70925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97977331-EA1C-CA44-869F-6C400FF95B93}"/>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493C539F-A86A-512C-CDC1-7D279B60EB1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EF4257B-2B43-17B3-FF4F-1187B669162A}"/>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6F1369C-4970-FF55-E67B-BCF08160A62A}"/>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F69E22F-BC21-03E7-F9F3-42AA69CA9E92}"/>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470ED999-51AF-0BD8-F3EE-37C965CA5C3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a:cs typeface="Times New Roman"/>
              </a:endParaRPr>
            </a:p>
          </p:txBody>
        </p:sp>
      </p:grpSp>
      <p:sp>
        <p:nvSpPr>
          <p:cNvPr id="18" name="TextBox 17"/>
          <p:cNvSpPr txBox="1"/>
          <p:nvPr/>
        </p:nvSpPr>
        <p:spPr>
          <a:xfrm>
            <a:off x="2722007" y="286489"/>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a:latin typeface="Times New Roman"/>
              </a:rPr>
              <a:t>DATASET DESCRIPTION</a:t>
            </a:r>
          </a:p>
        </p:txBody>
      </p:sp>
      <p:sp>
        <p:nvSpPr>
          <p:cNvPr id="19" name="TextBox 18"/>
          <p:cNvSpPr txBox="1"/>
          <p:nvPr/>
        </p:nvSpPr>
        <p:spPr>
          <a:xfrm>
            <a:off x="777240" y="1143000"/>
            <a:ext cx="8046720" cy="461665"/>
          </a:xfrm>
          <a:prstGeom prst="rect">
            <a:avLst/>
          </a:prstGeom>
          <a:noFill/>
        </p:spPr>
        <p:txBody>
          <a:bodyPr wrap="square">
            <a:spAutoFit/>
          </a:bodyPr>
          <a:lstStyle/>
          <a:p>
            <a:pPr algn="ctr">
              <a:spcAft>
                <a:spcPts val="700"/>
              </a:spcAft>
              <a:defRPr sz="1900" b="1">
                <a:solidFill>
                  <a:srgbClr val="233464"/>
                </a:solidFill>
                <a:latin typeface="Aptos"/>
              </a:defRPr>
            </a:pPr>
            <a:r>
              <a:rPr sz="2400">
                <a:latin typeface="Times New Roman"/>
              </a:rPr>
              <a:t>Job Demand dataset used for the project analysis</a:t>
            </a:r>
          </a:p>
        </p:txBody>
      </p:sp>
      <p:graphicFrame>
        <p:nvGraphicFramePr>
          <p:cNvPr id="20" name="Table 19"/>
          <p:cNvGraphicFramePr>
            <a:graphicFrameLocks noGrp="1"/>
          </p:cNvGraphicFramePr>
          <p:nvPr>
            <p:extLst>
              <p:ext uri="{D42A27DB-BD31-4B8C-83A1-F6EECF244321}">
                <p14:modId xmlns:p14="http://schemas.microsoft.com/office/powerpoint/2010/main" val="2891836109"/>
              </p:ext>
            </p:extLst>
          </p:nvPr>
        </p:nvGraphicFramePr>
        <p:xfrm>
          <a:off x="411480" y="1965960"/>
          <a:ext cx="4480560" cy="3769701"/>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483295">
                <a:tc>
                  <a:txBody>
                    <a:bodyPr/>
                    <a:lstStyle/>
                    <a:p>
                      <a:r>
                        <a:rPr dirty="0"/>
                        <a:t>Field</a:t>
                      </a:r>
                    </a:p>
                  </a:txBody>
                  <a:tcPr marT="25400" marB="25400">
                    <a:solidFill>
                      <a:srgbClr val="233464"/>
                    </a:solidFill>
                  </a:tcPr>
                </a:tc>
                <a:tc>
                  <a:txBody>
                    <a:bodyPr/>
                    <a:lstStyle/>
                    <a:p>
                      <a:r>
                        <a:rPr dirty="0"/>
                        <a:t>Description</a:t>
                      </a:r>
                    </a:p>
                  </a:txBody>
                  <a:tcPr marT="25400" marB="25400">
                    <a:solidFill>
                      <a:srgbClr val="233464"/>
                    </a:solidFill>
                  </a:tcPr>
                </a:tc>
                <a:extLst>
                  <a:ext uri="{0D108BD9-81ED-4DB2-BD59-A6C34878D82A}">
                    <a16:rowId xmlns:a16="http://schemas.microsoft.com/office/drawing/2014/main" val="10000"/>
                  </a:ext>
                </a:extLst>
              </a:tr>
              <a:tr h="676613">
                <a:tc>
                  <a:txBody>
                    <a:bodyPr/>
                    <a:lstStyle/>
                    <a:p>
                      <a:r>
                        <a:rPr b="0" dirty="0"/>
                        <a:t>Job_ID</a:t>
                      </a:r>
                    </a:p>
                  </a:txBody>
                  <a:tcPr marT="25400" marB="25400">
                    <a:solidFill>
                      <a:srgbClr val="FFFFFF"/>
                    </a:solidFill>
                  </a:tcPr>
                </a:tc>
                <a:tc>
                  <a:txBody>
                    <a:bodyPr/>
                    <a:lstStyle/>
                    <a:p>
                      <a:r>
                        <a:rPr b="0" dirty="0"/>
                        <a:t>Unique identifier for each job posting</a:t>
                      </a:r>
                    </a:p>
                  </a:txBody>
                  <a:tcPr marT="25400" marB="25400">
                    <a:solidFill>
                      <a:srgbClr val="FFFFFF"/>
                    </a:solidFill>
                  </a:tcPr>
                </a:tc>
                <a:extLst>
                  <a:ext uri="{0D108BD9-81ED-4DB2-BD59-A6C34878D82A}">
                    <a16:rowId xmlns:a16="http://schemas.microsoft.com/office/drawing/2014/main" val="10001"/>
                  </a:ext>
                </a:extLst>
              </a:tr>
              <a:tr h="483295">
                <a:tc>
                  <a:txBody>
                    <a:bodyPr/>
                    <a:lstStyle/>
                    <a:p>
                      <a:r>
                        <a:rPr b="0" dirty="0"/>
                        <a:t>Job_Title</a:t>
                      </a:r>
                    </a:p>
                  </a:txBody>
                  <a:tcPr marT="25400" marB="25400">
                    <a:solidFill>
                      <a:srgbClr val="F4F6FB"/>
                    </a:solidFill>
                  </a:tcPr>
                </a:tc>
                <a:tc>
                  <a:txBody>
                    <a:bodyPr/>
                    <a:lstStyle/>
                    <a:p>
                      <a:r>
                        <a:rPr b="0" dirty="0"/>
                        <a:t>Role / position name</a:t>
                      </a:r>
                    </a:p>
                  </a:txBody>
                  <a:tcPr marT="25400" marB="25400">
                    <a:solidFill>
                      <a:srgbClr val="F4F6FB"/>
                    </a:solidFill>
                  </a:tcPr>
                </a:tc>
                <a:extLst>
                  <a:ext uri="{0D108BD9-81ED-4DB2-BD59-A6C34878D82A}">
                    <a16:rowId xmlns:a16="http://schemas.microsoft.com/office/drawing/2014/main" val="10002"/>
                  </a:ext>
                </a:extLst>
              </a:tr>
              <a:tr h="483295">
                <a:tc>
                  <a:txBody>
                    <a:bodyPr/>
                    <a:lstStyle/>
                    <a:p>
                      <a:r>
                        <a:rPr b="0" dirty="0"/>
                        <a:t>Industry</a:t>
                      </a:r>
                    </a:p>
                  </a:txBody>
                  <a:tcPr marT="25400" marB="25400">
                    <a:solidFill>
                      <a:srgbClr val="FFFFFF"/>
                    </a:solidFill>
                  </a:tcPr>
                </a:tc>
                <a:tc>
                  <a:txBody>
                    <a:bodyPr/>
                    <a:lstStyle/>
                    <a:p>
                      <a:r>
                        <a:rPr b="0" dirty="0"/>
                        <a:t>Industry category</a:t>
                      </a:r>
                    </a:p>
                  </a:txBody>
                  <a:tcPr marT="25400" marB="25400">
                    <a:solidFill>
                      <a:srgbClr val="FFFFFF"/>
                    </a:solidFill>
                  </a:tcPr>
                </a:tc>
                <a:extLst>
                  <a:ext uri="{0D108BD9-81ED-4DB2-BD59-A6C34878D82A}">
                    <a16:rowId xmlns:a16="http://schemas.microsoft.com/office/drawing/2014/main" val="10003"/>
                  </a:ext>
                </a:extLst>
              </a:tr>
              <a:tr h="483295">
                <a:tc>
                  <a:txBody>
                    <a:bodyPr/>
                    <a:lstStyle/>
                    <a:p>
                      <a:r>
                        <a:rPr b="0" dirty="0"/>
                        <a:t>Location</a:t>
                      </a:r>
                    </a:p>
                  </a:txBody>
                  <a:tcPr marT="25400" marB="25400">
                    <a:solidFill>
                      <a:srgbClr val="F4F6FB"/>
                    </a:solidFill>
                  </a:tcPr>
                </a:tc>
                <a:tc>
                  <a:txBody>
                    <a:bodyPr/>
                    <a:lstStyle/>
                    <a:p>
                      <a:r>
                        <a:rPr b="0" dirty="0"/>
                        <a:t>Job-market location</a:t>
                      </a:r>
                    </a:p>
                  </a:txBody>
                  <a:tcPr marT="25400" marB="25400">
                    <a:solidFill>
                      <a:srgbClr val="F4F6FB"/>
                    </a:solidFill>
                  </a:tcPr>
                </a:tc>
                <a:extLst>
                  <a:ext uri="{0D108BD9-81ED-4DB2-BD59-A6C34878D82A}">
                    <a16:rowId xmlns:a16="http://schemas.microsoft.com/office/drawing/2014/main" val="10004"/>
                  </a:ext>
                </a:extLst>
              </a:tr>
              <a:tr h="676613">
                <a:tc>
                  <a:txBody>
                    <a:bodyPr/>
                    <a:lstStyle/>
                    <a:p>
                      <a:r>
                        <a:rPr b="0" dirty="0"/>
                        <a:t>Experience_Level</a:t>
                      </a:r>
                    </a:p>
                  </a:txBody>
                  <a:tcPr marT="25400" marB="25400">
                    <a:solidFill>
                      <a:srgbClr val="FFFFFF"/>
                    </a:solidFill>
                  </a:tcPr>
                </a:tc>
                <a:tc>
                  <a:txBody>
                    <a:bodyPr/>
                    <a:lstStyle/>
                    <a:p>
                      <a:r>
                        <a:rPr b="0" dirty="0"/>
                        <a:t>Required experience range</a:t>
                      </a:r>
                    </a:p>
                  </a:txBody>
                  <a:tcPr marT="25400" marB="25400">
                    <a:solidFill>
                      <a:srgbClr val="FFFFFF"/>
                    </a:solidFill>
                  </a:tcPr>
                </a:tc>
                <a:extLst>
                  <a:ext uri="{0D108BD9-81ED-4DB2-BD59-A6C34878D82A}">
                    <a16:rowId xmlns:a16="http://schemas.microsoft.com/office/drawing/2014/main" val="10005"/>
                  </a:ext>
                </a:extLst>
              </a:tr>
              <a:tr h="483295">
                <a:tc>
                  <a:txBody>
                    <a:bodyPr/>
                    <a:lstStyle/>
                    <a:p>
                      <a:r>
                        <a:rPr b="0" dirty="0"/>
                        <a:t>Education</a:t>
                      </a:r>
                    </a:p>
                  </a:txBody>
                  <a:tcPr marT="25400" marB="25400">
                    <a:solidFill>
                      <a:srgbClr val="F4F6FB"/>
                    </a:solidFill>
                  </a:tcPr>
                </a:tc>
                <a:tc>
                  <a:txBody>
                    <a:bodyPr/>
                    <a:lstStyle/>
                    <a:p>
                      <a:r>
                        <a:rPr b="0" dirty="0"/>
                        <a:t>Required education level</a:t>
                      </a:r>
                    </a:p>
                  </a:txBody>
                  <a:tcPr marT="25400" marB="25400">
                    <a:solidFill>
                      <a:srgbClr val="F4F6FB"/>
                    </a:solidFill>
                  </a:tcPr>
                </a:tc>
                <a:extLst>
                  <a:ext uri="{0D108BD9-81ED-4DB2-BD59-A6C34878D82A}">
                    <a16:rowId xmlns:a16="http://schemas.microsoft.com/office/drawing/2014/main" val="10006"/>
                  </a:ext>
                </a:extLst>
              </a:tr>
            </a:tbl>
          </a:graphicData>
        </a:graphic>
      </p:graphicFrame>
      <p:sp>
        <p:nvSpPr>
          <p:cNvPr id="21" name="Rounded Rectangle 20"/>
          <p:cNvSpPr/>
          <p:nvPr/>
        </p:nvSpPr>
        <p:spPr>
          <a:xfrm>
            <a:off x="5074920" y="1965960"/>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101600" tIns="50800" rIns="101600" bIns="50800" rtlCol="0" anchor="ctr"/>
          <a:lstStyle/>
          <a:p>
            <a:pPr algn="ctr"/>
            <a:r>
              <a:rPr sz="1300" b="1" dirty="0">
                <a:solidFill>
                  <a:srgbClr val="FF6600"/>
                </a:solidFill>
                <a:latin typeface="Times New Roman"/>
              </a:rPr>
              <a:t>Dataset Snapshot</a:t>
            </a:r>
          </a:p>
          <a:p>
            <a:pPr algn="ctr"/>
            <a:endParaRPr lang="en-US" sz="1300" b="1" dirty="0">
              <a:solidFill>
                <a:srgbClr val="FF6600"/>
              </a:solidFill>
              <a:latin typeface="Times New Roman"/>
            </a:endParaRPr>
          </a:p>
          <a:p>
            <a:pPr algn="ctr"/>
            <a:r>
              <a:rPr sz="1300" dirty="0">
                <a:solidFill>
                  <a:schemeClr val="tx1"/>
                </a:solidFill>
                <a:latin typeface="Times New Roman"/>
              </a:rPr>
              <a:t>1,200 records | 11 columns | 2023–2026</a:t>
            </a:r>
            <a:endParaRPr sz="1300">
              <a:solidFill>
                <a:schemeClr val="tx1"/>
              </a:solidFill>
              <a:latin typeface="Times New Roman"/>
              <a:cs typeface="Times New Roman"/>
            </a:endParaRPr>
          </a:p>
        </p:txBody>
      </p:sp>
      <p:sp>
        <p:nvSpPr>
          <p:cNvPr id="22" name="Rounded Rectangle 21"/>
          <p:cNvSpPr/>
          <p:nvPr/>
        </p:nvSpPr>
        <p:spPr>
          <a:xfrm>
            <a:off x="5074920" y="3006344"/>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101600" tIns="50800" rIns="101600" bIns="50800" rtlCol="0" anchor="ctr"/>
          <a:lstStyle/>
          <a:p>
            <a:pPr algn="ctr"/>
            <a:r>
              <a:rPr sz="1300" b="1" dirty="0">
                <a:solidFill>
                  <a:srgbClr val="FF6600"/>
                </a:solidFill>
                <a:latin typeface="Times New Roman"/>
              </a:rPr>
              <a:t>Data Quality Checks</a:t>
            </a:r>
          </a:p>
          <a:p>
            <a:r>
              <a:rPr sz="1300" dirty="0">
                <a:solidFill>
                  <a:schemeClr val="tx1"/>
                </a:solidFill>
                <a:latin typeface="Times New Roman"/>
              </a:rPr>
              <a:t>Duplicates: </a:t>
            </a:r>
            <a:r>
              <a:rPr lang="en-US" sz="1300" dirty="0">
                <a:solidFill>
                  <a:schemeClr val="tx1"/>
                </a:solidFill>
                <a:latin typeface="Times New Roman"/>
              </a:rPr>
              <a:t>8</a:t>
            </a:r>
            <a:r>
              <a:rPr sz="1300" dirty="0">
                <a:solidFill>
                  <a:schemeClr val="tx1"/>
                </a:solidFill>
                <a:latin typeface="Times New Roman"/>
              </a:rPr>
              <a:t>| Missing salary: 8 | Skills combined in one field</a:t>
            </a:r>
            <a:endParaRPr sz="1300" dirty="0">
              <a:solidFill>
                <a:schemeClr val="tx1"/>
              </a:solidFill>
              <a:latin typeface="Times New Roman"/>
              <a:cs typeface="Times New Roman"/>
            </a:endParaRPr>
          </a:p>
        </p:txBody>
      </p:sp>
      <p:sp>
        <p:nvSpPr>
          <p:cNvPr id="23" name="Rounded Rectangle 22"/>
          <p:cNvSpPr/>
          <p:nvPr/>
        </p:nvSpPr>
        <p:spPr>
          <a:xfrm>
            <a:off x="5074920" y="4148270"/>
            <a:ext cx="4566273" cy="958708"/>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101600" tIns="50800" rIns="101600" bIns="50800" rtlCol="0" anchor="ctr"/>
          <a:lstStyle/>
          <a:p>
            <a:pPr algn="ctr"/>
            <a:r>
              <a:rPr sz="1300" b="1" dirty="0">
                <a:solidFill>
                  <a:srgbClr val="FF6600"/>
                </a:solidFill>
                <a:latin typeface="Times New Roman"/>
              </a:rPr>
              <a:t>Tools &amp; Libraries</a:t>
            </a:r>
          </a:p>
          <a:p>
            <a:r>
              <a:rPr sz="1300" dirty="0">
                <a:solidFill>
                  <a:schemeClr val="tx1"/>
                </a:solidFill>
                <a:latin typeface="Times New Roman"/>
              </a:rPr>
              <a:t>Python • Pandas • NumPy • Matplotlib • Seaborn • Google </a:t>
            </a:r>
            <a:r>
              <a:rPr sz="1300" dirty="0" err="1">
                <a:solidFill>
                  <a:schemeClr val="tx1"/>
                </a:solidFill>
                <a:latin typeface="Times New Roman"/>
              </a:rPr>
              <a:t>Colab</a:t>
            </a:r>
            <a:endParaRPr sz="1300">
              <a:solidFill>
                <a:schemeClr val="tx1"/>
              </a:solidFill>
              <a:latin typeface="Times New Roman"/>
              <a:cs typeface="Times New Roman"/>
            </a:endParaRPr>
          </a:p>
        </p:txBody>
      </p:sp>
      <p:sp>
        <p:nvSpPr>
          <p:cNvPr id="24" name="TextBox 23"/>
          <p:cNvSpPr txBox="1"/>
          <p:nvPr/>
        </p:nvSpPr>
        <p:spPr>
          <a:xfrm>
            <a:off x="639773" y="5971347"/>
            <a:ext cx="9144000" cy="307777"/>
          </a:xfrm>
          <a:prstGeom prst="rect">
            <a:avLst/>
          </a:prstGeom>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r>
              <a:rPr sz="1400" i="1" dirty="0">
                <a:solidFill>
                  <a:schemeClr val="tx2"/>
                </a:solidFill>
                <a:latin typeface="Times New Roman"/>
              </a:rPr>
              <a:t>Additional fields: Employment Type, Posting Year, Salary, Demand Score and Skills.</a:t>
            </a:r>
            <a:endParaRPr lang="en-US" sz="1400" i="1">
              <a:solidFill>
                <a:schemeClr val="tx2"/>
              </a:solidFill>
              <a:latin typeface="Times New Roman"/>
              <a:cs typeface="Times New Roman"/>
            </a:endParaRPr>
          </a:p>
        </p:txBody>
      </p:sp>
    </p:spTree>
    <p:extLst>
      <p:ext uri="{BB962C8B-B14F-4D97-AF65-F5344CB8AC3E}">
        <p14:creationId xmlns:p14="http://schemas.microsoft.com/office/powerpoint/2010/main" val="3510378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object 3">
            <a:extLst>
              <a:ext uri="{FF2B5EF4-FFF2-40B4-BE49-F238E27FC236}">
                <a16:creationId xmlns:a16="http://schemas.microsoft.com/office/drawing/2014/main" id="{07EDC927-DD55-4ECA-D04E-C502CE8AD547}"/>
              </a:ext>
            </a:extLst>
          </p:cNvPr>
          <p:cNvGrpSpPr/>
          <p:nvPr/>
        </p:nvGrpSpPr>
        <p:grpSpPr>
          <a:xfrm>
            <a:off x="2819400" y="52623"/>
            <a:ext cx="5103904" cy="1198311"/>
            <a:chOff x="2819400" y="52623"/>
            <a:chExt cx="5103904" cy="1198311"/>
          </a:xfrm>
        </p:grpSpPr>
        <p:pic>
          <p:nvPicPr>
            <p:cNvPr id="17" name="object 4">
              <a:extLst>
                <a:ext uri="{FF2B5EF4-FFF2-40B4-BE49-F238E27FC236}">
                  <a16:creationId xmlns:a16="http://schemas.microsoft.com/office/drawing/2014/main" id="{987DF711-33A8-99A3-AB5A-FD8299D698EE}"/>
                </a:ext>
              </a:extLst>
            </p:cNvPr>
            <p:cNvPicPr/>
            <p:nvPr/>
          </p:nvPicPr>
          <p:blipFill>
            <a:blip r:embed="rId2" cstate="print"/>
            <a:stretch>
              <a:fillRect/>
            </a:stretch>
          </p:blipFill>
          <p:spPr>
            <a:xfrm>
              <a:off x="2819400" y="52623"/>
              <a:ext cx="5103904" cy="1198311"/>
            </a:xfrm>
            <a:prstGeom prst="rect">
              <a:avLst/>
            </a:prstGeom>
          </p:spPr>
        </p:pic>
        <p:pic>
          <p:nvPicPr>
            <p:cNvPr id="18" name="object 5">
              <a:extLst>
                <a:ext uri="{FF2B5EF4-FFF2-40B4-BE49-F238E27FC236}">
                  <a16:creationId xmlns:a16="http://schemas.microsoft.com/office/drawing/2014/main" id="{43A464B9-FD76-4A05-9DBB-4C4CF2D14075}"/>
                </a:ext>
              </a:extLst>
            </p:cNvPr>
            <p:cNvPicPr/>
            <p:nvPr/>
          </p:nvPicPr>
          <p:blipFill>
            <a:blip r:embed="rId3" cstate="print"/>
            <a:stretch>
              <a:fillRect/>
            </a:stretch>
          </p:blipFill>
          <p:spPr>
            <a:xfrm>
              <a:off x="2874407" y="91914"/>
              <a:ext cx="4997767" cy="1092279"/>
            </a:xfrm>
            <a:prstGeom prst="rect">
              <a:avLst/>
            </a:prstGeom>
          </p:spPr>
        </p:pic>
        <p:pic>
          <p:nvPicPr>
            <p:cNvPr id="19" name="object 6">
              <a:extLst>
                <a:ext uri="{FF2B5EF4-FFF2-40B4-BE49-F238E27FC236}">
                  <a16:creationId xmlns:a16="http://schemas.microsoft.com/office/drawing/2014/main" id="{6D509C54-0101-E68C-B0A8-A96CBE60A722}"/>
                </a:ext>
              </a:extLst>
            </p:cNvPr>
            <p:cNvPicPr/>
            <p:nvPr/>
          </p:nvPicPr>
          <p:blipFill>
            <a:blip r:embed="rId4" cstate="print"/>
            <a:stretch>
              <a:fillRect/>
            </a:stretch>
          </p:blipFill>
          <p:spPr>
            <a:xfrm>
              <a:off x="3000137" y="249024"/>
              <a:ext cx="4585268" cy="522565"/>
            </a:xfrm>
            <a:prstGeom prst="rect">
              <a:avLst/>
            </a:prstGeom>
          </p:spPr>
        </p:pic>
        <p:sp>
          <p:nvSpPr>
            <p:cNvPr id="20" name="object 7">
              <a:extLst>
                <a:ext uri="{FF2B5EF4-FFF2-40B4-BE49-F238E27FC236}">
                  <a16:creationId xmlns:a16="http://schemas.microsoft.com/office/drawing/2014/main" id="{2B3B3A91-ED48-0C9E-5FB3-A52EA58E2CA8}"/>
                </a:ext>
              </a:extLst>
            </p:cNvPr>
            <p:cNvSpPr/>
            <p:nvPr/>
          </p:nvSpPr>
          <p:spPr>
            <a:xfrm>
              <a:off x="3055143" y="288367"/>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endParaRPr dirty="0"/>
            </a:p>
          </p:txBody>
        </p:sp>
      </p:grpSp>
      <p:sp>
        <p:nvSpPr>
          <p:cNvPr id="22" name="TextBox 17">
            <a:extLst>
              <a:ext uri="{FF2B5EF4-FFF2-40B4-BE49-F238E27FC236}">
                <a16:creationId xmlns:a16="http://schemas.microsoft.com/office/drawing/2014/main" id="{081E2C78-BF61-0700-0E69-FB9F17505321}"/>
              </a:ext>
            </a:extLst>
          </p:cNvPr>
          <p:cNvSpPr txBox="1"/>
          <p:nvPr/>
        </p:nvSpPr>
        <p:spPr>
          <a:xfrm>
            <a:off x="2743200" y="256032"/>
            <a:ext cx="5120640" cy="430887"/>
          </a:xfrm>
          <a:prstGeom prst="rect">
            <a:avLst/>
          </a:prstGeom>
          <a:noFill/>
        </p:spPr>
        <p:txBody>
          <a:bodyPr wrap="square">
            <a:spAutoFit/>
          </a:bodyPr>
          <a:lstStyle>
            <a:defPPr>
              <a:defRPr kern="0"/>
            </a:defPPr>
          </a:lstStyle>
          <a:p>
            <a:pPr algn="ctr">
              <a:spcAft>
                <a:spcPts val="700"/>
              </a:spcAft>
              <a:defRPr sz="2200" b="1">
                <a:solidFill>
                  <a:srgbClr val="233464"/>
                </a:solidFill>
                <a:latin typeface="Aptos"/>
              </a:defRPr>
            </a:pPr>
            <a:r>
              <a:rPr>
                <a:latin typeface="Times New Roman"/>
              </a:rPr>
              <a:t>REQUIREMENTS</a:t>
            </a:r>
          </a:p>
        </p:txBody>
      </p:sp>
      <p:sp>
        <p:nvSpPr>
          <p:cNvPr id="23" name="TextBox 18">
            <a:extLst>
              <a:ext uri="{FF2B5EF4-FFF2-40B4-BE49-F238E27FC236}">
                <a16:creationId xmlns:a16="http://schemas.microsoft.com/office/drawing/2014/main" id="{9A6438D8-4B43-AC9C-E196-999378F4EE1A}"/>
              </a:ext>
            </a:extLst>
          </p:cNvPr>
          <p:cNvSpPr txBox="1"/>
          <p:nvPr/>
        </p:nvSpPr>
        <p:spPr>
          <a:xfrm>
            <a:off x="731520" y="1234440"/>
            <a:ext cx="3840480" cy="461665"/>
          </a:xfrm>
          <a:prstGeom prst="rect">
            <a:avLst/>
          </a:prstGeom>
          <a:noFill/>
        </p:spPr>
        <p:txBody>
          <a:bodyPr wrap="square">
            <a:spAutoFit/>
          </a:bodyPr>
          <a:lstStyle>
            <a:defPPr>
              <a:defRPr kern="0"/>
            </a:defPPr>
          </a:lstStyle>
          <a:p>
            <a:pPr algn="l">
              <a:spcAft>
                <a:spcPts val="700"/>
              </a:spcAft>
              <a:defRPr sz="2000" b="1">
                <a:solidFill>
                  <a:srgbClr val="233464"/>
                </a:solidFill>
                <a:latin typeface="Aptos"/>
              </a:defRPr>
            </a:pPr>
            <a:r>
              <a:rPr sz="2400">
                <a:latin typeface="Times New Roman"/>
              </a:rPr>
              <a:t>Hardware Requirements</a:t>
            </a:r>
          </a:p>
        </p:txBody>
      </p:sp>
      <p:sp>
        <p:nvSpPr>
          <p:cNvPr id="24" name="TextBox 19">
            <a:extLst>
              <a:ext uri="{FF2B5EF4-FFF2-40B4-BE49-F238E27FC236}">
                <a16:creationId xmlns:a16="http://schemas.microsoft.com/office/drawing/2014/main" id="{479B5953-E16C-7D99-3AFD-582E9A9409E8}"/>
              </a:ext>
            </a:extLst>
          </p:cNvPr>
          <p:cNvSpPr txBox="1"/>
          <p:nvPr/>
        </p:nvSpPr>
        <p:spPr>
          <a:xfrm>
            <a:off x="822960" y="1737360"/>
            <a:ext cx="3840480" cy="1379865"/>
          </a:xfrm>
          <a:prstGeom prst="rect">
            <a:avLst/>
          </a:prstGeom>
          <a:noFill/>
        </p:spPr>
        <p:txBody>
          <a:bodyPr wrap="square">
            <a:spAutoFit/>
          </a:bodyPr>
          <a:lstStyle>
            <a:defPPr>
              <a:defRPr kern="0"/>
            </a:defPPr>
          </a:lstStyle>
          <a:p>
            <a:pPr algn="l">
              <a:spcAft>
                <a:spcPts val="700"/>
              </a:spcAft>
              <a:defRPr sz="1800" b="0">
                <a:solidFill>
                  <a:srgbClr val="2D2D2D"/>
                </a:solidFill>
                <a:latin typeface="Aptos"/>
              </a:defRPr>
            </a:pPr>
            <a:r>
              <a:rPr sz="2400">
                <a:latin typeface="Times New Roman"/>
              </a:rPr>
              <a:t>• Processor: Intel i3 or above</a:t>
            </a:r>
          </a:p>
          <a:p>
            <a:r>
              <a:rPr sz="2400">
                <a:latin typeface="Times New Roman"/>
              </a:rPr>
              <a:t>• RAM: Minimum 4 GB</a:t>
            </a:r>
          </a:p>
          <a:p>
            <a:r>
              <a:rPr sz="2400">
                <a:latin typeface="Times New Roman"/>
              </a:rPr>
              <a:t>• Storage: 20 GB</a:t>
            </a:r>
          </a:p>
        </p:txBody>
      </p:sp>
      <p:sp>
        <p:nvSpPr>
          <p:cNvPr id="25" name="TextBox 20">
            <a:extLst>
              <a:ext uri="{FF2B5EF4-FFF2-40B4-BE49-F238E27FC236}">
                <a16:creationId xmlns:a16="http://schemas.microsoft.com/office/drawing/2014/main" id="{AA599EC8-5BA1-5911-CC16-BD8A698DB801}"/>
              </a:ext>
            </a:extLst>
          </p:cNvPr>
          <p:cNvSpPr txBox="1"/>
          <p:nvPr/>
        </p:nvSpPr>
        <p:spPr>
          <a:xfrm>
            <a:off x="609600" y="3676972"/>
            <a:ext cx="3840480" cy="461665"/>
          </a:xfrm>
          <a:prstGeom prst="rect">
            <a:avLst/>
          </a:prstGeom>
          <a:noFill/>
        </p:spPr>
        <p:txBody>
          <a:bodyPr wrap="square">
            <a:spAutoFit/>
          </a:bodyPr>
          <a:lstStyle>
            <a:defPPr>
              <a:defRPr kern="0"/>
            </a:defPPr>
          </a:lstStyle>
          <a:p>
            <a:pPr algn="l">
              <a:spcAft>
                <a:spcPts val="700"/>
              </a:spcAft>
              <a:defRPr sz="2000" b="1">
                <a:solidFill>
                  <a:srgbClr val="233464"/>
                </a:solidFill>
                <a:latin typeface="Aptos"/>
              </a:defRPr>
            </a:pPr>
            <a:r>
              <a:rPr sz="2400">
                <a:latin typeface="Times New Roman"/>
              </a:rPr>
              <a:t>Software Requirements</a:t>
            </a:r>
            <a:endParaRPr sz="2400" dirty="0">
              <a:latin typeface="Times New Roman" pitchFamily="18" charset="0"/>
              <a:cs typeface="Times New Roman" pitchFamily="18" charset="0"/>
            </a:endParaRPr>
          </a:p>
        </p:txBody>
      </p:sp>
      <p:sp>
        <p:nvSpPr>
          <p:cNvPr id="26" name="TextBox 21">
            <a:extLst>
              <a:ext uri="{FF2B5EF4-FFF2-40B4-BE49-F238E27FC236}">
                <a16:creationId xmlns:a16="http://schemas.microsoft.com/office/drawing/2014/main" id="{1C8C6F37-A835-327A-BCE2-9C6019F31463}"/>
              </a:ext>
            </a:extLst>
          </p:cNvPr>
          <p:cNvSpPr txBox="1"/>
          <p:nvPr/>
        </p:nvSpPr>
        <p:spPr>
          <a:xfrm>
            <a:off x="639207" y="4319577"/>
            <a:ext cx="4023360" cy="2757165"/>
          </a:xfrm>
          <a:prstGeom prst="rect">
            <a:avLst/>
          </a:prstGeom>
          <a:noFill/>
        </p:spPr>
        <p:txBody>
          <a:bodyPr wrap="square">
            <a:spAutoFit/>
          </a:bodyPr>
          <a:lstStyle>
            <a:defPPr>
              <a:defRPr kern="0"/>
            </a:defPPr>
          </a:lstStyle>
          <a:p>
            <a:pPr algn="l">
              <a:spcAft>
                <a:spcPts val="700"/>
              </a:spcAft>
              <a:defRPr sz="1800" b="0">
                <a:solidFill>
                  <a:srgbClr val="2D2D2D"/>
                </a:solidFill>
                <a:latin typeface="Aptos"/>
              </a:defRPr>
            </a:pPr>
            <a:r>
              <a:rPr sz="2400">
                <a:latin typeface="Times New Roman"/>
              </a:rPr>
              <a:t>• Windows</a:t>
            </a:r>
          </a:p>
          <a:p>
            <a:r>
              <a:rPr sz="2400">
                <a:latin typeface="Times New Roman"/>
              </a:rPr>
              <a:t>• Python</a:t>
            </a:r>
          </a:p>
          <a:p>
            <a:r>
              <a:rPr sz="2400">
                <a:latin typeface="Times New Roman"/>
              </a:rPr>
              <a:t>• Google Colab / Jupyter Notebook</a:t>
            </a:r>
          </a:p>
          <a:p>
            <a:r>
              <a:rPr sz="2400">
                <a:latin typeface="Times New Roman"/>
              </a:rPr>
              <a:t>• Pandas</a:t>
            </a:r>
          </a:p>
          <a:p>
            <a:r>
              <a:rPr sz="2400">
                <a:latin typeface="Times New Roman"/>
              </a:rPr>
              <a:t>• NumPy</a:t>
            </a:r>
          </a:p>
          <a:p>
            <a:r>
              <a:rPr sz="2400">
                <a:latin typeface="Times New Roman"/>
              </a:rPr>
              <a:t>• Matplotlib / Seaborn</a:t>
            </a:r>
          </a:p>
          <a:p>
            <a:r>
              <a:rPr sz="2400">
                <a:latin typeface="Times New Roman"/>
              </a:rPr>
              <a:t>• GitHub</a:t>
            </a:r>
          </a:p>
        </p:txBody>
      </p:sp>
      <p:pic>
        <p:nvPicPr>
          <p:cNvPr id="28" name="object 3">
            <a:extLst>
              <a:ext uri="{FF2B5EF4-FFF2-40B4-BE49-F238E27FC236}">
                <a16:creationId xmlns:a16="http://schemas.microsoft.com/office/drawing/2014/main" id="{287E2D63-371C-227F-E21A-8188742FF30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352523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latin typeface="Times New Roman"/>
                <a:cs typeface="Times New Roman"/>
              </a:endParaRPr>
            </a:p>
          </p:txBody>
        </p:sp>
      </p:gr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a:latin typeface="Times New Roman"/>
              </a:rPr>
              <a:t>METHODOLOGY</a:t>
            </a:r>
          </a:p>
        </p:txBody>
      </p:sp>
      <p:sp>
        <p:nvSpPr>
          <p:cNvPr id="20" name="TextBox 19"/>
          <p:cNvSpPr txBox="1"/>
          <p:nvPr/>
        </p:nvSpPr>
        <p:spPr>
          <a:xfrm>
            <a:off x="42253" y="1115220"/>
            <a:ext cx="9770832" cy="1200329"/>
          </a:xfrm>
          <a:prstGeom prst="rect">
            <a:avLst/>
          </a:prstGeom>
          <a:noFill/>
        </p:spPr>
        <p:txBody>
          <a:bodyPr wrap="square" lIns="91440" tIns="45720" rIns="91440" bIns="45720" rtlCol="0" anchor="t">
            <a:spAutoFit/>
          </a:bodyPr>
          <a:lstStyle/>
          <a:p>
            <a:pPr algn="ctr"/>
            <a:r>
              <a:rPr sz="2400" b="1" dirty="0">
                <a:latin typeface="Times New Roman"/>
              </a:rPr>
              <a:t>Stage 1 – Data Loading &amp; Reading</a:t>
            </a:r>
          </a:p>
          <a:p>
            <a:pPr algn="ctr"/>
            <a:r>
              <a:rPr sz="2400" dirty="0">
                <a:latin typeface="Times New Roman"/>
              </a:rPr>
              <a:t>Load the CSV using Pandas.</a:t>
            </a:r>
          </a:p>
          <a:p>
            <a:pPr algn="ctr"/>
            <a:r>
              <a:rPr sz="2400" dirty="0">
                <a:latin typeface="Times New Roman"/>
              </a:rPr>
              <a:t>Inspect rows, columns and data types.</a:t>
            </a:r>
          </a:p>
        </p:txBody>
      </p:sp>
      <p:sp>
        <p:nvSpPr>
          <p:cNvPr id="4" name="Arrow: Down 3">
            <a:extLst>
              <a:ext uri="{FF2B5EF4-FFF2-40B4-BE49-F238E27FC236}">
                <a16:creationId xmlns:a16="http://schemas.microsoft.com/office/drawing/2014/main" id="{52502A97-D245-72B2-C4CE-36C3CF74332D}"/>
              </a:ext>
            </a:extLst>
          </p:cNvPr>
          <p:cNvSpPr/>
          <p:nvPr/>
        </p:nvSpPr>
        <p:spPr>
          <a:xfrm>
            <a:off x="4796282" y="2373939"/>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ln>
              <a:solidFill>
                <a:schemeClr val="tx1"/>
              </a:solidFill>
              <a:effectLst>
                <a:outerShdw blurRad="38100" dist="19050" dir="2700000" algn="tl" rotWithShape="0">
                  <a:schemeClr val="dk1">
                    <a:alpha val="40000"/>
                  </a:schemeClr>
                </a:outerShdw>
              </a:effectLst>
              <a:latin typeface="Times New Roman"/>
              <a:cs typeface="Times New Roman"/>
            </a:endParaRPr>
          </a:p>
        </p:txBody>
      </p:sp>
      <p:sp>
        <p:nvSpPr>
          <p:cNvPr id="13" name="TextBox 12">
            <a:extLst>
              <a:ext uri="{FF2B5EF4-FFF2-40B4-BE49-F238E27FC236}">
                <a16:creationId xmlns:a16="http://schemas.microsoft.com/office/drawing/2014/main" id="{0E34B842-9CD3-AA46-6CA7-F730C9D1D96E}"/>
              </a:ext>
            </a:extLst>
          </p:cNvPr>
          <p:cNvSpPr txBox="1"/>
          <p:nvPr/>
        </p:nvSpPr>
        <p:spPr>
          <a:xfrm>
            <a:off x="710886" y="2678184"/>
            <a:ext cx="8832527" cy="1211843"/>
          </a:xfrm>
          <a:prstGeom prst="rect">
            <a:avLst/>
          </a:prstGeom>
          <a:noFill/>
        </p:spPr>
        <p:txBody>
          <a:bodyPr wrap="square" lIns="91440" tIns="45720" rIns="91440" bIns="45720" rtlCol="0" anchor="t">
            <a:spAutoFit/>
          </a:bodyPr>
          <a:lstStyle/>
          <a:p>
            <a:pPr algn="ctr"/>
            <a:r>
              <a:rPr sz="2400" b="1" dirty="0">
                <a:latin typeface="Times New Roman"/>
              </a:rPr>
              <a:t>Stage 2 – Data Acquisition &amp; Filtering</a:t>
            </a:r>
          </a:p>
          <a:p>
            <a:pPr algn="ctr"/>
            <a:r>
              <a:rPr sz="2400" dirty="0">
                <a:latin typeface="Times New Roman"/>
              </a:rPr>
              <a:t>Select relevant job records and fields.</a:t>
            </a:r>
          </a:p>
          <a:p>
            <a:pPr algn="ctr"/>
            <a:r>
              <a:rPr sz="2400" dirty="0">
                <a:latin typeface="Times New Roman"/>
              </a:rPr>
              <a:t>Filter invalid or incomplete records where required.</a:t>
            </a:r>
          </a:p>
        </p:txBody>
      </p:sp>
      <p:sp>
        <p:nvSpPr>
          <p:cNvPr id="15" name="Arrow: Down 14">
            <a:extLst>
              <a:ext uri="{FF2B5EF4-FFF2-40B4-BE49-F238E27FC236}">
                <a16:creationId xmlns:a16="http://schemas.microsoft.com/office/drawing/2014/main" id="{D18714A5-46F1-BD0D-4A00-BB0C1211F660}"/>
              </a:ext>
            </a:extLst>
          </p:cNvPr>
          <p:cNvSpPr/>
          <p:nvPr/>
        </p:nvSpPr>
        <p:spPr>
          <a:xfrm>
            <a:off x="4756604" y="381464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latin typeface="Times New Roman"/>
              <a:cs typeface="Times New Roman"/>
            </a:endParaRPr>
          </a:p>
        </p:txBody>
      </p:sp>
      <p:sp>
        <p:nvSpPr>
          <p:cNvPr id="16" name="TextBox 15">
            <a:extLst>
              <a:ext uri="{FF2B5EF4-FFF2-40B4-BE49-F238E27FC236}">
                <a16:creationId xmlns:a16="http://schemas.microsoft.com/office/drawing/2014/main" id="{D359C03E-C4CB-43D3-0C7D-3D50822A8B32}"/>
              </a:ext>
            </a:extLst>
          </p:cNvPr>
          <p:cNvSpPr txBox="1"/>
          <p:nvPr/>
        </p:nvSpPr>
        <p:spPr>
          <a:xfrm>
            <a:off x="1869690" y="4239630"/>
            <a:ext cx="5766611" cy="1234873"/>
          </a:xfrm>
          <a:prstGeom prst="rect">
            <a:avLst/>
          </a:prstGeom>
          <a:noFill/>
        </p:spPr>
        <p:txBody>
          <a:bodyPr wrap="square" lIns="91440" tIns="45720" rIns="91440" bIns="45720" rtlCol="0" anchor="t">
            <a:spAutoFit/>
          </a:bodyPr>
          <a:lstStyle/>
          <a:p>
            <a:pPr algn="ctr"/>
            <a:r>
              <a:rPr sz="2400" b="1" dirty="0">
                <a:latin typeface="Times New Roman"/>
              </a:rPr>
              <a:t>Stage 3 – Data Extraction</a:t>
            </a:r>
          </a:p>
          <a:p>
            <a:pPr algn="ctr"/>
            <a:r>
              <a:rPr sz="2400" dirty="0">
                <a:latin typeface="Times New Roman"/>
              </a:rPr>
              <a:t>Extract role, skills, location, experience, salary and other project attributes.</a:t>
            </a:r>
          </a:p>
        </p:txBody>
      </p:sp>
      <p:sp>
        <p:nvSpPr>
          <p:cNvPr id="18" name="Arrow: Down 17">
            <a:extLst>
              <a:ext uri="{FF2B5EF4-FFF2-40B4-BE49-F238E27FC236}">
                <a16:creationId xmlns:a16="http://schemas.microsoft.com/office/drawing/2014/main" id="{E02D8121-E16D-A49A-1052-85D8AFE05F58}"/>
              </a:ext>
            </a:extLst>
          </p:cNvPr>
          <p:cNvSpPr/>
          <p:nvPr/>
        </p:nvSpPr>
        <p:spPr>
          <a:xfrm>
            <a:off x="4754386" y="5469412"/>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latin typeface="Times New Roman"/>
              <a:cs typeface="Times New Roman"/>
            </a:endParaRPr>
          </a:p>
        </p:txBody>
      </p:sp>
      <p:sp>
        <p:nvSpPr>
          <p:cNvPr id="21" name="TextBox 20">
            <a:extLst>
              <a:ext uri="{FF2B5EF4-FFF2-40B4-BE49-F238E27FC236}">
                <a16:creationId xmlns:a16="http://schemas.microsoft.com/office/drawing/2014/main" id="{B1C9C953-BED3-2F43-1A1F-3B7650BC3A88}"/>
              </a:ext>
            </a:extLst>
          </p:cNvPr>
          <p:cNvSpPr txBox="1"/>
          <p:nvPr/>
        </p:nvSpPr>
        <p:spPr>
          <a:xfrm>
            <a:off x="1873615" y="5784342"/>
            <a:ext cx="6191553" cy="1200329"/>
          </a:xfrm>
          <a:prstGeom prst="rect">
            <a:avLst/>
          </a:prstGeom>
          <a:noFill/>
        </p:spPr>
        <p:txBody>
          <a:bodyPr wrap="square" lIns="91440" tIns="45720" rIns="91440" bIns="45720" anchor="t">
            <a:spAutoFit/>
          </a:bodyPr>
          <a:lstStyle/>
          <a:p>
            <a:pPr algn="ctr">
              <a:buNone/>
            </a:pPr>
            <a:r>
              <a:rPr sz="2400" b="1" dirty="0">
                <a:latin typeface="Times New Roman"/>
              </a:rPr>
              <a:t>Stage 4 – Data Validation &amp; Cleaning</a:t>
            </a:r>
          </a:p>
          <a:p>
            <a:pPr algn="ctr"/>
            <a:r>
              <a:rPr sz="2400" dirty="0">
                <a:latin typeface="Times New Roman"/>
              </a:rPr>
              <a:t>Check missing values and duplicates.</a:t>
            </a:r>
          </a:p>
          <a:p>
            <a:pPr algn="ctr"/>
            <a:r>
              <a:rPr sz="2400" dirty="0">
                <a:latin typeface="Times New Roman"/>
              </a:rPr>
              <a:t>Standardize text and numeric fields.</a:t>
            </a:r>
          </a:p>
        </p:txBody>
      </p:sp>
    </p:spTree>
    <p:extLst>
      <p:ext uri="{BB962C8B-B14F-4D97-AF65-F5344CB8AC3E}">
        <p14:creationId xmlns:p14="http://schemas.microsoft.com/office/powerpoint/2010/main" val="31449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C6D514-1AF0-EDB1-7078-687065ECF56B}"/>
              </a:ext>
            </a:extLst>
          </p:cNvPr>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a:latin typeface="Times New Roman"/>
              </a:rPr>
              <a:t>METHODOLOGY</a:t>
            </a:r>
          </a:p>
        </p:txBody>
      </p:sp>
      <p:grpSp>
        <p:nvGrpSpPr>
          <p:cNvPr id="4" name="object 3">
            <a:extLst>
              <a:ext uri="{FF2B5EF4-FFF2-40B4-BE49-F238E27FC236}">
                <a16:creationId xmlns:a16="http://schemas.microsoft.com/office/drawing/2014/main" id="{F02D1B8B-963F-84C5-69F0-17C3EECCFD8D}"/>
              </a:ext>
            </a:extLst>
          </p:cNvPr>
          <p:cNvGrpSpPr/>
          <p:nvPr/>
        </p:nvGrpSpPr>
        <p:grpSpPr>
          <a:xfrm>
            <a:off x="2590800" y="161097"/>
            <a:ext cx="5103904" cy="1198311"/>
            <a:chOff x="2648188" y="47148"/>
            <a:chExt cx="5103904" cy="1198311"/>
          </a:xfrm>
        </p:grpSpPr>
        <p:pic>
          <p:nvPicPr>
            <p:cNvPr id="10" name="object 4">
              <a:extLst>
                <a:ext uri="{FF2B5EF4-FFF2-40B4-BE49-F238E27FC236}">
                  <a16:creationId xmlns:a16="http://schemas.microsoft.com/office/drawing/2014/main" id="{BD448D2F-A85D-4EA9-4AFA-DBD143FFC367}"/>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70B9531E-FF63-3CBC-8C76-5101CEB24CF2}"/>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A51A82D2-D894-569F-6C1F-514FA4F12972}"/>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B3782B54-B821-DE87-C2B7-79ECF9E77AF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sp>
        <p:nvSpPr>
          <p:cNvPr id="25" name="TextBox 24">
            <a:extLst>
              <a:ext uri="{FF2B5EF4-FFF2-40B4-BE49-F238E27FC236}">
                <a16:creationId xmlns:a16="http://schemas.microsoft.com/office/drawing/2014/main" id="{A5CA9835-2A27-E3B2-E349-E0FE4429CFBE}"/>
              </a:ext>
            </a:extLst>
          </p:cNvPr>
          <p:cNvSpPr txBox="1"/>
          <p:nvPr/>
        </p:nvSpPr>
        <p:spPr>
          <a:xfrm>
            <a:off x="2586213" y="413290"/>
            <a:ext cx="5029200" cy="400110"/>
          </a:xfrm>
          <a:prstGeom prst="rect">
            <a:avLst/>
          </a:prstGeom>
          <a:noFill/>
        </p:spPr>
        <p:txBody>
          <a:bodyPr wrap="square">
            <a:spAutoFit/>
          </a:bodyPr>
          <a:lstStyle/>
          <a:p>
            <a:pPr algn="ctr">
              <a:spcAft>
                <a:spcPts val="700"/>
              </a:spcAft>
              <a:defRPr sz="2200" b="1">
                <a:solidFill>
                  <a:srgbClr val="233464"/>
                </a:solidFill>
                <a:latin typeface="Aptos"/>
              </a:defRPr>
            </a:pPr>
            <a:r>
              <a:rPr sz="2000">
                <a:latin typeface="Times New Roman"/>
              </a:rPr>
              <a:t>METHODOLOGY</a:t>
            </a:r>
          </a:p>
        </p:txBody>
      </p:sp>
      <p:sp>
        <p:nvSpPr>
          <p:cNvPr id="27" name="TextBox 26">
            <a:extLst>
              <a:ext uri="{FF2B5EF4-FFF2-40B4-BE49-F238E27FC236}">
                <a16:creationId xmlns:a16="http://schemas.microsoft.com/office/drawing/2014/main" id="{769BA950-6049-F76A-4A0C-CF5ED87D2763}"/>
              </a:ext>
            </a:extLst>
          </p:cNvPr>
          <p:cNvSpPr txBox="1"/>
          <p:nvPr/>
        </p:nvSpPr>
        <p:spPr>
          <a:xfrm>
            <a:off x="1816265" y="953427"/>
            <a:ext cx="6652974" cy="1200329"/>
          </a:xfrm>
          <a:prstGeom prst="rect">
            <a:avLst/>
          </a:prstGeom>
          <a:noFill/>
        </p:spPr>
        <p:txBody>
          <a:bodyPr wrap="square" lIns="91440" tIns="45720" rIns="91440" bIns="45720" anchor="t">
            <a:spAutoFit/>
          </a:bodyPr>
          <a:lstStyle/>
          <a:p>
            <a:pPr algn="ctr">
              <a:buNone/>
            </a:pPr>
            <a:r>
              <a:rPr sz="2400" b="1" dirty="0">
                <a:latin typeface="Times New Roman"/>
              </a:rPr>
              <a:t>Stage 5 – Data Aggregation &amp; Representation</a:t>
            </a:r>
          </a:p>
          <a:p>
            <a:pPr algn="ctr"/>
            <a:r>
              <a:rPr sz="2400" dirty="0">
                <a:latin typeface="Times New Roman"/>
              </a:rPr>
              <a:t>Count postings by role, skill and location.</a:t>
            </a:r>
          </a:p>
          <a:p>
            <a:pPr algn="ctr"/>
            <a:r>
              <a:rPr sz="2400" dirty="0">
                <a:latin typeface="Times New Roman"/>
              </a:rPr>
              <a:t>Prepare summary tables for analysis.</a:t>
            </a:r>
          </a:p>
        </p:txBody>
      </p:sp>
      <p:sp>
        <p:nvSpPr>
          <p:cNvPr id="29" name="Arrow: Down 28">
            <a:extLst>
              <a:ext uri="{FF2B5EF4-FFF2-40B4-BE49-F238E27FC236}">
                <a16:creationId xmlns:a16="http://schemas.microsoft.com/office/drawing/2014/main" id="{3B0312D2-1C2D-0FC3-47A4-8970E0D691E7}"/>
              </a:ext>
            </a:extLst>
          </p:cNvPr>
          <p:cNvSpPr/>
          <p:nvPr/>
        </p:nvSpPr>
        <p:spPr>
          <a:xfrm>
            <a:off x="4850336" y="2242125"/>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1" name="TextBox 30">
            <a:extLst>
              <a:ext uri="{FF2B5EF4-FFF2-40B4-BE49-F238E27FC236}">
                <a16:creationId xmlns:a16="http://schemas.microsoft.com/office/drawing/2014/main" id="{6FA49019-54D3-0F1F-3651-5D4892AE3078}"/>
              </a:ext>
            </a:extLst>
          </p:cNvPr>
          <p:cNvSpPr txBox="1"/>
          <p:nvPr/>
        </p:nvSpPr>
        <p:spPr>
          <a:xfrm>
            <a:off x="2590800" y="2612335"/>
            <a:ext cx="4876800" cy="1200329"/>
          </a:xfrm>
          <a:prstGeom prst="rect">
            <a:avLst/>
          </a:prstGeom>
          <a:noFill/>
        </p:spPr>
        <p:txBody>
          <a:bodyPr wrap="square" lIns="91440" tIns="45720" rIns="91440" bIns="45720" anchor="t">
            <a:spAutoFit/>
          </a:bodyPr>
          <a:lstStyle/>
          <a:p>
            <a:pPr algn="ctr">
              <a:buNone/>
            </a:pPr>
            <a:r>
              <a:rPr sz="2400" b="1" dirty="0">
                <a:latin typeface="Times New Roman"/>
              </a:rPr>
              <a:t>Stage 6 – Data Analysis</a:t>
            </a:r>
          </a:p>
          <a:p>
            <a:pPr algn="ctr"/>
            <a:r>
              <a:rPr sz="2400" dirty="0">
                <a:latin typeface="Times New Roman"/>
              </a:rPr>
              <a:t>Compare job roles, skills, locations, experience and salary patterns.</a:t>
            </a:r>
          </a:p>
        </p:txBody>
      </p:sp>
      <p:sp>
        <p:nvSpPr>
          <p:cNvPr id="33" name="Arrow: Down 32">
            <a:extLst>
              <a:ext uri="{FF2B5EF4-FFF2-40B4-BE49-F238E27FC236}">
                <a16:creationId xmlns:a16="http://schemas.microsoft.com/office/drawing/2014/main" id="{6D0F4567-D057-4BE7-32A7-334EC2164A2C}"/>
              </a:ext>
            </a:extLst>
          </p:cNvPr>
          <p:cNvSpPr/>
          <p:nvPr/>
        </p:nvSpPr>
        <p:spPr>
          <a:xfrm>
            <a:off x="4850336" y="3959586"/>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5" name="TextBox 34">
            <a:extLst>
              <a:ext uri="{FF2B5EF4-FFF2-40B4-BE49-F238E27FC236}">
                <a16:creationId xmlns:a16="http://schemas.microsoft.com/office/drawing/2014/main" id="{53C43C12-4B70-F721-9E0A-DD8370D3BABC}"/>
              </a:ext>
            </a:extLst>
          </p:cNvPr>
          <p:cNvSpPr txBox="1"/>
          <p:nvPr/>
        </p:nvSpPr>
        <p:spPr>
          <a:xfrm>
            <a:off x="2628152" y="4271243"/>
            <a:ext cx="5029200" cy="1200329"/>
          </a:xfrm>
          <a:prstGeom prst="rect">
            <a:avLst/>
          </a:prstGeom>
          <a:noFill/>
        </p:spPr>
        <p:txBody>
          <a:bodyPr wrap="square" lIns="91440" tIns="45720" rIns="91440" bIns="45720" anchor="t">
            <a:spAutoFit/>
          </a:bodyPr>
          <a:lstStyle/>
          <a:p>
            <a:pPr algn="ctr">
              <a:buNone/>
            </a:pPr>
            <a:r>
              <a:rPr sz="2400" b="1" dirty="0">
                <a:latin typeface="Times New Roman"/>
              </a:rPr>
              <a:t>Stage 7 – Data Visualization</a:t>
            </a:r>
          </a:p>
          <a:p>
            <a:pPr algn="ctr"/>
            <a:r>
              <a:rPr sz="2400" dirty="0">
                <a:latin typeface="Times New Roman"/>
              </a:rPr>
              <a:t>Create charts for roles, skills, locations, experience and yearly demand.</a:t>
            </a:r>
          </a:p>
        </p:txBody>
      </p:sp>
      <p:sp>
        <p:nvSpPr>
          <p:cNvPr id="37" name="Arrow: Down 36">
            <a:extLst>
              <a:ext uri="{FF2B5EF4-FFF2-40B4-BE49-F238E27FC236}">
                <a16:creationId xmlns:a16="http://schemas.microsoft.com/office/drawing/2014/main" id="{D2A13C47-9211-7F6A-3235-E7CA857CC45D}"/>
              </a:ext>
            </a:extLst>
          </p:cNvPr>
          <p:cNvSpPr/>
          <p:nvPr/>
        </p:nvSpPr>
        <p:spPr>
          <a:xfrm>
            <a:off x="4850336" y="557615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9" name="TextBox 38">
            <a:extLst>
              <a:ext uri="{FF2B5EF4-FFF2-40B4-BE49-F238E27FC236}">
                <a16:creationId xmlns:a16="http://schemas.microsoft.com/office/drawing/2014/main" id="{A378BCE5-A3E9-0942-2521-8A05596F86BE}"/>
              </a:ext>
            </a:extLst>
          </p:cNvPr>
          <p:cNvSpPr txBox="1"/>
          <p:nvPr/>
        </p:nvSpPr>
        <p:spPr>
          <a:xfrm>
            <a:off x="2410930" y="5889143"/>
            <a:ext cx="5828260" cy="1569660"/>
          </a:xfrm>
          <a:prstGeom prst="rect">
            <a:avLst/>
          </a:prstGeom>
          <a:noFill/>
        </p:spPr>
        <p:txBody>
          <a:bodyPr wrap="square" lIns="91440" tIns="45720" rIns="91440" bIns="45720" anchor="t">
            <a:spAutoFit/>
          </a:bodyPr>
          <a:lstStyle/>
          <a:p>
            <a:pPr>
              <a:buNone/>
            </a:pPr>
            <a:r>
              <a:rPr sz="2400" b="1" dirty="0">
                <a:latin typeface="Times New Roman"/>
              </a:rPr>
              <a:t>Stage 8 – Results &amp; Interpretation</a:t>
            </a:r>
          </a:p>
          <a:p>
            <a:pPr algn="ctr"/>
            <a:r>
              <a:rPr sz="2400" dirty="0">
                <a:latin typeface="Times New Roman"/>
              </a:rPr>
              <a:t>Explain the main patterns found in the processed dataset and connect them to the project objective.</a:t>
            </a:r>
          </a:p>
        </p:txBody>
      </p:sp>
      <p:pic>
        <p:nvPicPr>
          <p:cNvPr id="5" name="object 3">
            <a:extLst>
              <a:ext uri="{FF2B5EF4-FFF2-40B4-BE49-F238E27FC236}">
                <a16:creationId xmlns:a16="http://schemas.microsoft.com/office/drawing/2014/main" id="{9BB851F7-3A7F-7C81-6499-1017F8E9A11C}"/>
              </a:ext>
            </a:extLst>
          </p:cNvPr>
          <p:cNvPicPr/>
          <p:nvPr/>
        </p:nvPicPr>
        <p:blipFill>
          <a:blip r:embed="rId6"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744217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3">
            <a:extLst>
              <a:ext uri="{FF2B5EF4-FFF2-40B4-BE49-F238E27FC236}">
                <a16:creationId xmlns:a16="http://schemas.microsoft.com/office/drawing/2014/main" id="{D26E0863-A3EE-1EC4-F128-4D4F1A60D3A0}"/>
              </a:ext>
            </a:extLst>
          </p:cNvPr>
          <p:cNvGrpSpPr/>
          <p:nvPr/>
        </p:nvGrpSpPr>
        <p:grpSpPr>
          <a:xfrm>
            <a:off x="2590800" y="161097"/>
            <a:ext cx="5103904" cy="1198311"/>
            <a:chOff x="2648188" y="47148"/>
            <a:chExt cx="5103904" cy="1198311"/>
          </a:xfrm>
        </p:grpSpPr>
        <p:pic>
          <p:nvPicPr>
            <p:cNvPr id="21"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22"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23"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24"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25" name="TextBox 24"/>
          <p:cNvSpPr txBox="1"/>
          <p:nvPr/>
        </p:nvSpPr>
        <p:spPr>
          <a:xfrm>
            <a:off x="2468880" y="396841"/>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a:latin typeface="Times New Roman"/>
                <a:cs typeface="Times New Roman"/>
              </a:rPr>
              <a:t>Data Visualization</a:t>
            </a:r>
            <a:endParaRPr dirty="0">
              <a:solidFill>
                <a:schemeClr val="bg1"/>
              </a:solidFill>
              <a:latin typeface="Times New Roman"/>
              <a:cs typeface="Times New Roman"/>
            </a:endParaRPr>
          </a:p>
        </p:txBody>
      </p:sp>
      <p:sp>
        <p:nvSpPr>
          <p:cNvPr id="26" name="TextBox 25"/>
          <p:cNvSpPr txBox="1"/>
          <p:nvPr/>
        </p:nvSpPr>
        <p:spPr>
          <a:xfrm>
            <a:off x="411480" y="1234440"/>
            <a:ext cx="9144000" cy="365760"/>
          </a:xfrm>
          <a:prstGeom prst="rect">
            <a:avLst/>
          </a:prstGeom>
          <a:noFill/>
        </p:spPr>
        <p:txBody>
          <a:bodyPr wrap="none">
            <a:spAutoFit/>
          </a:bodyPr>
          <a:lstStyle/>
          <a:p>
            <a:r>
              <a:rPr sz="1300">
                <a:solidFill>
                  <a:srgbClr val="808080"/>
                </a:solidFill>
                <a:latin typeface="Times New Roman"/>
              </a:rPr>
              <a:t>Charts generated from the current Job Demand dataset</a:t>
            </a:r>
          </a:p>
        </p:txBody>
      </p:sp>
      <p:pic>
        <p:nvPicPr>
          <p:cNvPr id="3" name="object 3">
            <a:extLst>
              <a:ext uri="{FF2B5EF4-FFF2-40B4-BE49-F238E27FC236}">
                <a16:creationId xmlns:a16="http://schemas.microsoft.com/office/drawing/2014/main" id="{57FB2AAB-D946-F882-DEDE-275EBAF3F260}"/>
              </a:ext>
            </a:extLst>
          </p:cNvPr>
          <p:cNvPicPr/>
          <p:nvPr/>
        </p:nvPicPr>
        <p:blipFill>
          <a:blip r:embed="rId5" cstate="print"/>
          <a:stretch>
            <a:fillRect/>
          </a:stretch>
        </p:blipFill>
        <p:spPr>
          <a:xfrm>
            <a:off x="290750" y="204311"/>
            <a:ext cx="1163002" cy="424338"/>
          </a:xfrm>
          <a:prstGeom prst="rect">
            <a:avLst/>
          </a:prstGeom>
        </p:spPr>
      </p:pic>
      <p:pic>
        <p:nvPicPr>
          <p:cNvPr id="2" name="Picture 1">
            <a:extLst>
              <a:ext uri="{FF2B5EF4-FFF2-40B4-BE49-F238E27FC236}">
                <a16:creationId xmlns:a16="http://schemas.microsoft.com/office/drawing/2014/main" id="{44F7224C-EE10-EC32-8DA8-09C1F48B0B2A}"/>
              </a:ext>
            </a:extLst>
          </p:cNvPr>
          <p:cNvPicPr>
            <a:picLocks noChangeAspect="1"/>
          </p:cNvPicPr>
          <p:nvPr/>
        </p:nvPicPr>
        <p:blipFill>
          <a:blip r:embed="rId6"/>
          <a:stretch>
            <a:fillRect/>
          </a:stretch>
        </p:blipFill>
        <p:spPr>
          <a:xfrm>
            <a:off x="5329551" y="1590490"/>
            <a:ext cx="3753897" cy="3060946"/>
          </a:xfrm>
          <a:prstGeom prst="rect">
            <a:avLst/>
          </a:prstGeom>
        </p:spPr>
      </p:pic>
      <p:pic>
        <p:nvPicPr>
          <p:cNvPr id="4" name="Picture 3">
            <a:extLst>
              <a:ext uri="{FF2B5EF4-FFF2-40B4-BE49-F238E27FC236}">
                <a16:creationId xmlns:a16="http://schemas.microsoft.com/office/drawing/2014/main" id="{E62242BE-7837-017C-B92B-2729144072F7}"/>
              </a:ext>
            </a:extLst>
          </p:cNvPr>
          <p:cNvPicPr>
            <a:picLocks noChangeAspect="1"/>
          </p:cNvPicPr>
          <p:nvPr/>
        </p:nvPicPr>
        <p:blipFill>
          <a:blip r:embed="rId7"/>
          <a:stretch>
            <a:fillRect/>
          </a:stretch>
        </p:blipFill>
        <p:spPr>
          <a:xfrm>
            <a:off x="870321" y="1600494"/>
            <a:ext cx="3533814" cy="2900897"/>
          </a:xfrm>
          <a:prstGeom prst="rect">
            <a:avLst/>
          </a:prstGeom>
        </p:spPr>
      </p:pic>
      <p:pic>
        <p:nvPicPr>
          <p:cNvPr id="5" name="Picture 4">
            <a:extLst>
              <a:ext uri="{FF2B5EF4-FFF2-40B4-BE49-F238E27FC236}">
                <a16:creationId xmlns:a16="http://schemas.microsoft.com/office/drawing/2014/main" id="{56EEA437-C041-5A72-E3AF-35A79A765016}"/>
              </a:ext>
            </a:extLst>
          </p:cNvPr>
          <p:cNvPicPr>
            <a:picLocks noChangeAspect="1"/>
          </p:cNvPicPr>
          <p:nvPr/>
        </p:nvPicPr>
        <p:blipFill>
          <a:blip r:embed="rId8"/>
          <a:stretch>
            <a:fillRect/>
          </a:stretch>
        </p:blipFill>
        <p:spPr>
          <a:xfrm>
            <a:off x="866233" y="4671442"/>
            <a:ext cx="3801948" cy="3100958"/>
          </a:xfrm>
          <a:prstGeom prst="rect">
            <a:avLst/>
          </a:prstGeom>
        </p:spPr>
      </p:pic>
      <p:pic>
        <p:nvPicPr>
          <p:cNvPr id="6" name="Picture 5">
            <a:extLst>
              <a:ext uri="{FF2B5EF4-FFF2-40B4-BE49-F238E27FC236}">
                <a16:creationId xmlns:a16="http://schemas.microsoft.com/office/drawing/2014/main" id="{3B6EE9E1-A8C1-3E5D-6B93-E3BAA0260456}"/>
              </a:ext>
            </a:extLst>
          </p:cNvPr>
          <p:cNvPicPr>
            <a:picLocks noChangeAspect="1"/>
          </p:cNvPicPr>
          <p:nvPr/>
        </p:nvPicPr>
        <p:blipFill>
          <a:blip r:embed="rId9"/>
          <a:stretch>
            <a:fillRect/>
          </a:stretch>
        </p:blipFill>
        <p:spPr>
          <a:xfrm>
            <a:off x="5409139" y="4860017"/>
            <a:ext cx="4134637" cy="2523746"/>
          </a:xfrm>
          <a:prstGeom prst="rect">
            <a:avLst/>
          </a:prstGeom>
        </p:spPr>
      </p:pic>
    </p:spTree>
    <p:extLst>
      <p:ext uri="{BB962C8B-B14F-4D97-AF65-F5344CB8AC3E}">
        <p14:creationId xmlns:p14="http://schemas.microsoft.com/office/powerpoint/2010/main" val="3751606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29000" y="152400"/>
            <a:ext cx="3265998" cy="830997"/>
          </a:xfrm>
          <a:prstGeom prst="rect">
            <a:avLst/>
          </a:prstGeom>
          <a:noFill/>
        </p:spPr>
        <p:txBody>
          <a:bodyPr wrap="square" rtlCol="0">
            <a:spAutoFit/>
          </a:bodyPr>
          <a:lstStyle/>
          <a:p>
            <a:pPr algn="ctr"/>
            <a:r>
              <a:rPr sz="2400">
                <a:latin typeface="Times New Roman"/>
              </a:rPr>
              <a:t>Key Insights &amp; Analysis</a:t>
            </a:r>
          </a:p>
        </p:txBody>
      </p:sp>
      <p:sp>
        <p:nvSpPr>
          <p:cNvPr id="10" name="TextBox 9"/>
          <p:cNvSpPr txBox="1"/>
          <p:nvPr/>
        </p:nvSpPr>
        <p:spPr>
          <a:xfrm>
            <a:off x="456571" y="1197526"/>
            <a:ext cx="9386934" cy="5073184"/>
          </a:xfrm>
          <a:prstGeom prst="rect">
            <a:avLst/>
          </a:prstGeom>
          <a:noFill/>
        </p:spPr>
        <p:txBody>
          <a:bodyPr wrap="square" lIns="91440" tIns="45720" rIns="91440" bIns="45720" anchor="t">
            <a:spAutoFit/>
          </a:bodyPr>
          <a:lstStyle/>
          <a:p>
            <a:pPr marL="342900" indent="-342900" algn="l">
              <a:spcAft>
                <a:spcPts val="1400"/>
              </a:spcAft>
              <a:buFont typeface="Arial"/>
              <a:buChar char="•"/>
            </a:pPr>
            <a:r>
              <a:rPr sz="2400" dirty="0">
                <a:solidFill>
                  <a:srgbClr val="2D2D2D"/>
                </a:solidFill>
                <a:latin typeface="Times New Roman"/>
              </a:rPr>
              <a:t>The dataset contains 1,200 job postings covering 20 job roles, 10 locations and 39 distinct skills.</a:t>
            </a:r>
            <a:endParaRPr lang="en-US" sz="2400" dirty="0">
              <a:solidFill>
                <a:srgbClr val="2D2D2D"/>
              </a:solidFill>
              <a:latin typeface="Times New Roman"/>
              <a:cs typeface="Times New Roman"/>
            </a:endParaRPr>
          </a:p>
          <a:p>
            <a:pPr marL="342900" indent="-342900" algn="l">
              <a:buFont typeface="Arial"/>
              <a:buChar char="•"/>
            </a:pPr>
            <a:r>
              <a:rPr sz="2400" dirty="0">
                <a:solidFill>
                  <a:srgbClr val="2D2D2D"/>
                </a:solidFill>
                <a:latin typeface="Times New Roman"/>
              </a:rPr>
              <a:t>Python is the most frequently mentioned skill (564 mentions), </a:t>
            </a:r>
            <a:r>
              <a:rPr lang="en-US" sz="2400" dirty="0">
                <a:solidFill>
                  <a:srgbClr val="2D2D2D"/>
                </a:solidFill>
                <a:latin typeface="Times New Roman"/>
              </a:rPr>
              <a:t>followed by SQL (505).</a:t>
            </a:r>
            <a:endParaRPr sz="2400" dirty="0">
              <a:solidFill>
                <a:srgbClr val="2D2D2D"/>
              </a:solidFill>
              <a:latin typeface="Times New Roman"/>
              <a:cs typeface="Times New Roman"/>
            </a:endParaRPr>
          </a:p>
          <a:p>
            <a:pPr marL="342900" indent="-342900" algn="l">
              <a:buFont typeface="Arial"/>
              <a:buChar char="•"/>
            </a:pPr>
            <a:r>
              <a:rPr sz="2400" dirty="0">
                <a:solidFill>
                  <a:srgbClr val="2D2D2D"/>
                </a:solidFill>
                <a:latin typeface="Times New Roman"/>
              </a:rPr>
              <a:t> Python Developer is the most frequent job title (73 postings) in this dataset.</a:t>
            </a:r>
            <a:endParaRPr sz="2400">
              <a:solidFill>
                <a:srgbClr val="2D2D2D"/>
              </a:solidFill>
              <a:latin typeface="Times New Roman"/>
              <a:cs typeface="Times New Roman"/>
            </a:endParaRPr>
          </a:p>
          <a:p>
            <a:pPr marL="342900" indent="-342900" algn="l">
              <a:buFont typeface="Arial"/>
              <a:buChar char="•"/>
            </a:pPr>
            <a:r>
              <a:rPr sz="2400" dirty="0">
                <a:solidFill>
                  <a:srgbClr val="2D2D2D"/>
                </a:solidFill>
                <a:latin typeface="Times New Roman"/>
              </a:rPr>
              <a:t> Hyderabad has the highest posting count (131), followed by Visakhapatnam and Delhi NCR.</a:t>
            </a:r>
            <a:endParaRPr sz="2400">
              <a:solidFill>
                <a:srgbClr val="2D2D2D"/>
              </a:solidFill>
              <a:latin typeface="Times New Roman"/>
              <a:cs typeface="Times New Roman"/>
            </a:endParaRPr>
          </a:p>
          <a:p>
            <a:pPr marL="342900" indent="-342900" algn="l">
              <a:buFont typeface="Arial"/>
              <a:buChar char="•"/>
            </a:pPr>
            <a:r>
              <a:rPr sz="2400" dirty="0">
                <a:solidFill>
                  <a:srgbClr val="2D2D2D"/>
                </a:solidFill>
                <a:latin typeface="Times New Roman"/>
              </a:rPr>
              <a:t> The 5–8 </a:t>
            </a:r>
            <a:r>
              <a:rPr sz="2400" dirty="0" err="1">
                <a:solidFill>
                  <a:srgbClr val="2D2D2D"/>
                </a:solidFill>
                <a:latin typeface="Times New Roman"/>
              </a:rPr>
              <a:t>years experience</a:t>
            </a:r>
            <a:r>
              <a:rPr sz="2400" dirty="0">
                <a:solidFill>
                  <a:srgbClr val="2D2D2D"/>
                </a:solidFill>
                <a:latin typeface="Times New Roman"/>
              </a:rPr>
              <a:t> group has the largest representation (333 postings).</a:t>
            </a:r>
            <a:endParaRPr sz="2400">
              <a:solidFill>
                <a:srgbClr val="2D2D2D"/>
              </a:solidFill>
              <a:latin typeface="Times New Roman"/>
              <a:cs typeface="Times New Roman"/>
            </a:endParaRPr>
          </a:p>
          <a:p>
            <a:pPr marL="342900" indent="-342900" algn="l">
              <a:buFont typeface="Arial"/>
              <a:buChar char="•"/>
            </a:pPr>
            <a:r>
              <a:rPr sz="2400" dirty="0">
                <a:solidFill>
                  <a:srgbClr val="2D2D2D"/>
                </a:solidFill>
                <a:latin typeface="Times New Roman"/>
              </a:rPr>
              <a:t> 2024 has the highest posting count (324) among 2023–2026.</a:t>
            </a:r>
            <a:endParaRPr sz="2400">
              <a:solidFill>
                <a:srgbClr val="2D2D2D"/>
              </a:solidFill>
              <a:latin typeface="Times New Roman"/>
              <a:cs typeface="Times New Roman"/>
            </a:endParaRPr>
          </a:p>
          <a:p>
            <a:pPr marL="342900" indent="-342900" algn="l">
              <a:buFont typeface="Arial"/>
              <a:buChar char="•"/>
            </a:pPr>
            <a:r>
              <a:rPr lang="en-US" sz="2400" dirty="0">
                <a:solidFill>
                  <a:srgbClr val="2D2D2D"/>
                </a:solidFill>
                <a:latin typeface="Times New Roman"/>
              </a:rPr>
              <a:t> </a:t>
            </a:r>
            <a:r>
              <a:rPr sz="2400" dirty="0">
                <a:solidFill>
                  <a:srgbClr val="2D2D2D"/>
                </a:solidFill>
                <a:latin typeface="Times New Roman"/>
              </a:rPr>
              <a:t>Average annual salary among available records is approximately ₹9.14 lakh; salary is missing for 8 records.</a:t>
            </a:r>
            <a:endParaRPr sz="2400">
              <a:solidFill>
                <a:srgbClr val="2D2D2D"/>
              </a:solidFill>
              <a:latin typeface="Times New Roman"/>
              <a:cs typeface="Times New Roman"/>
            </a:endParaRPr>
          </a:p>
        </p:txBody>
      </p:sp>
      <p:pic>
        <p:nvPicPr>
          <p:cNvPr id="3" name="object 3">
            <a:extLst>
              <a:ext uri="{FF2B5EF4-FFF2-40B4-BE49-F238E27FC236}">
                <a16:creationId xmlns:a16="http://schemas.microsoft.com/office/drawing/2014/main" id="{67ECAC7A-BB5D-D7D4-8376-8CB4AD7B8EB7}"/>
              </a:ext>
            </a:extLst>
          </p:cNvPr>
          <p:cNvPicPr/>
          <p:nvPr/>
        </p:nvPicPr>
        <p:blipFill>
          <a:blip r:embed="rId5" cstate="print"/>
          <a:stretch>
            <a:fillRect/>
          </a:stretch>
        </p:blipFill>
        <p:spPr>
          <a:xfrm>
            <a:off x="290750" y="204311"/>
            <a:ext cx="1163002" cy="4243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67ACC245-70D9-3E8C-5FB8-754CFCF29BA7}"/>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520D471-D4E5-A862-75B1-D9BCC13CCE76}"/>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D22DAB3-C37B-1766-28C4-6EB13F7079CD}"/>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DC96198-DF83-D7E8-5187-D35038090D7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BAA191BE-B616-456E-A32A-06C5D11989B1}"/>
                </a:ext>
              </a:extLst>
            </p:cNvPr>
            <p:cNvSpPr/>
            <p:nvPr/>
          </p:nvSpPr>
          <p:spPr>
            <a:xfrm>
              <a:off x="2828925" y="282892"/>
              <a:ext cx="4534295"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latin typeface="Times New Roman"/>
                  <a:cs typeface="Times New Roman"/>
                </a:rPr>
                <a:t>                     </a:t>
              </a:r>
              <a:endParaRPr sz="2800" dirty="0">
                <a:solidFill>
                  <a:schemeClr val="bg1"/>
                </a:solidFill>
                <a:latin typeface="Times New Roman"/>
                <a:cs typeface="Times New Roman"/>
              </a:endParaRPr>
            </a:p>
          </p:txBody>
        </p:sp>
      </p:grpSp>
      <p:sp>
        <p:nvSpPr>
          <p:cNvPr id="12" name="TextBox 11"/>
          <p:cNvSpPr txBox="1"/>
          <p:nvPr/>
        </p:nvSpPr>
        <p:spPr>
          <a:xfrm>
            <a:off x="2477248" y="3938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a:latin typeface="Times New Roman"/>
              </a:rPr>
              <a:t>Implementation Workflow</a:t>
            </a:r>
          </a:p>
        </p:txBody>
      </p:sp>
      <p:sp>
        <p:nvSpPr>
          <p:cNvPr id="13" name="TextBox 12"/>
          <p:cNvSpPr txBox="1"/>
          <p:nvPr/>
        </p:nvSpPr>
        <p:spPr>
          <a:xfrm>
            <a:off x="411480" y="1234440"/>
            <a:ext cx="9144000" cy="365760"/>
          </a:xfrm>
          <a:prstGeom prst="rect">
            <a:avLst/>
          </a:prstGeom>
          <a:noFill/>
        </p:spPr>
        <p:txBody>
          <a:bodyPr wrap="none">
            <a:spAutoFit/>
          </a:bodyPr>
          <a:lstStyle/>
          <a:p>
            <a:pPr algn="ctr"/>
            <a:r>
              <a:rPr sz="1300">
                <a:solidFill>
                  <a:srgbClr val="808080"/>
                </a:solidFill>
                <a:latin typeface="Times New Roman"/>
              </a:rPr>
              <a:t>From raw job data to interpretable demand insights</a:t>
            </a:r>
          </a:p>
        </p:txBody>
      </p:sp>
      <p:sp>
        <p:nvSpPr>
          <p:cNvPr id="14" name="Chevron 13"/>
          <p:cNvSpPr/>
          <p:nvPr/>
        </p:nvSpPr>
        <p:spPr>
          <a:xfrm>
            <a:off x="36576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300" b="1" dirty="0">
                <a:solidFill>
                  <a:srgbClr val="FFFFFF"/>
                </a:solidFill>
                <a:latin typeface="Times New Roman"/>
              </a:rPr>
              <a:t>1. Loading</a:t>
            </a:r>
          </a:p>
          <a:p>
            <a:r>
              <a:rPr lang="en-US" sz="1300" b="1" dirty="0">
                <a:solidFill>
                  <a:srgbClr val="FFFFFF"/>
                </a:solidFill>
                <a:latin typeface="Times New Roman"/>
              </a:rPr>
              <a:t>                  </a:t>
            </a:r>
            <a:r>
              <a:rPr sz="1300" b="1" dirty="0">
                <a:solidFill>
                  <a:srgbClr val="FFFFFF"/>
                </a:solidFill>
                <a:latin typeface="Times New Roman"/>
              </a:rPr>
              <a:t>&amp; Reading</a:t>
            </a:r>
            <a:endParaRPr sz="1300" b="1" dirty="0">
              <a:solidFill>
                <a:srgbClr val="FFFFFF"/>
              </a:solidFill>
              <a:latin typeface="Times New Roman"/>
              <a:cs typeface="Times New Roman"/>
            </a:endParaRPr>
          </a:p>
        </p:txBody>
      </p:sp>
      <p:sp>
        <p:nvSpPr>
          <p:cNvPr id="15" name="Chevron 14"/>
          <p:cNvSpPr/>
          <p:nvPr/>
        </p:nvSpPr>
        <p:spPr>
          <a:xfrm>
            <a:off x="3291839" y="196596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300" b="1" dirty="0">
                <a:solidFill>
                  <a:srgbClr val="FFFFFF"/>
                </a:solidFill>
                <a:latin typeface="Times New Roman"/>
              </a:rPr>
              <a:t>2. Acquisition</a:t>
            </a:r>
          </a:p>
          <a:p>
            <a:r>
              <a:rPr lang="en-US" sz="1300" b="1" dirty="0">
                <a:solidFill>
                  <a:srgbClr val="FFFFFF"/>
                </a:solidFill>
                <a:latin typeface="Times New Roman"/>
              </a:rPr>
              <a:t>                  </a:t>
            </a:r>
            <a:r>
              <a:rPr sz="1300" b="1" dirty="0">
                <a:solidFill>
                  <a:srgbClr val="FFFFFF"/>
                </a:solidFill>
                <a:latin typeface="Times New Roman"/>
              </a:rPr>
              <a:t>&amp; Filtering</a:t>
            </a:r>
          </a:p>
        </p:txBody>
      </p:sp>
      <p:sp>
        <p:nvSpPr>
          <p:cNvPr id="16" name="Chevron 15"/>
          <p:cNvSpPr/>
          <p:nvPr/>
        </p:nvSpPr>
        <p:spPr>
          <a:xfrm>
            <a:off x="621792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300" b="1" dirty="0">
                <a:solidFill>
                  <a:srgbClr val="FFFFFF"/>
                </a:solidFill>
                <a:latin typeface="Times New Roman"/>
              </a:rPr>
              <a:t>3. Data</a:t>
            </a:r>
          </a:p>
          <a:p>
            <a:r>
              <a:rPr lang="en-US" sz="1300" b="1" dirty="0">
                <a:solidFill>
                  <a:srgbClr val="FFFFFF"/>
                </a:solidFill>
                <a:latin typeface="Times New Roman"/>
              </a:rPr>
              <a:t>                     </a:t>
            </a:r>
            <a:r>
              <a:rPr sz="1300" b="1" dirty="0">
                <a:solidFill>
                  <a:srgbClr val="FFFFFF"/>
                </a:solidFill>
                <a:latin typeface="Times New Roman"/>
              </a:rPr>
              <a:t>Extraction</a:t>
            </a:r>
            <a:endParaRPr sz="1300" b="1" dirty="0">
              <a:solidFill>
                <a:srgbClr val="FFFFFF"/>
              </a:solidFill>
              <a:latin typeface="Times New Roman"/>
              <a:cs typeface="Times New Roman"/>
            </a:endParaRPr>
          </a:p>
        </p:txBody>
      </p:sp>
      <p:sp>
        <p:nvSpPr>
          <p:cNvPr id="17" name="Chevron 16"/>
          <p:cNvSpPr/>
          <p:nvPr/>
        </p:nvSpPr>
        <p:spPr>
          <a:xfrm>
            <a:off x="36576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300" b="1" dirty="0">
                <a:solidFill>
                  <a:srgbClr val="FFFFFF"/>
                </a:solidFill>
                <a:latin typeface="Times New Roman"/>
              </a:rPr>
              <a:t>4. Validation</a:t>
            </a:r>
          </a:p>
          <a:p>
            <a:r>
              <a:rPr lang="en-US" sz="1300" b="1" dirty="0">
                <a:solidFill>
                  <a:srgbClr val="FFFFFF"/>
                </a:solidFill>
                <a:latin typeface="Times New Roman"/>
              </a:rPr>
              <a:t>                    </a:t>
            </a:r>
            <a:r>
              <a:rPr sz="1300" b="1" dirty="0">
                <a:solidFill>
                  <a:srgbClr val="FFFFFF"/>
                </a:solidFill>
                <a:latin typeface="Times New Roman"/>
              </a:rPr>
              <a:t>&amp; Cleaning</a:t>
            </a:r>
          </a:p>
        </p:txBody>
      </p:sp>
      <p:sp>
        <p:nvSpPr>
          <p:cNvPr id="18" name="Chevron 17"/>
          <p:cNvSpPr/>
          <p:nvPr/>
        </p:nvSpPr>
        <p:spPr>
          <a:xfrm>
            <a:off x="3291839" y="370332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300" b="1" dirty="0">
                <a:solidFill>
                  <a:srgbClr val="FFFFFF"/>
                </a:solidFill>
                <a:latin typeface="Times New Roman"/>
              </a:rPr>
              <a:t>5. Aggregation</a:t>
            </a:r>
          </a:p>
          <a:p>
            <a:r>
              <a:rPr lang="en-US" sz="1300" b="1" dirty="0">
                <a:solidFill>
                  <a:srgbClr val="FFFFFF"/>
                </a:solidFill>
                <a:latin typeface="Times New Roman"/>
              </a:rPr>
              <a:t>                  </a:t>
            </a:r>
            <a:r>
              <a:rPr sz="1300" b="1" dirty="0">
                <a:solidFill>
                  <a:srgbClr val="FFFFFF"/>
                </a:solidFill>
                <a:latin typeface="Times New Roman"/>
              </a:rPr>
              <a:t>&amp; Representation</a:t>
            </a:r>
          </a:p>
        </p:txBody>
      </p:sp>
      <p:sp>
        <p:nvSpPr>
          <p:cNvPr id="19" name="Chevron 18"/>
          <p:cNvSpPr/>
          <p:nvPr/>
        </p:nvSpPr>
        <p:spPr>
          <a:xfrm>
            <a:off x="621792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300" b="1" dirty="0">
                <a:solidFill>
                  <a:srgbClr val="FFFFFF"/>
                </a:solidFill>
                <a:latin typeface="Times New Roman"/>
              </a:rPr>
              <a:t>6. Data</a:t>
            </a:r>
          </a:p>
          <a:p>
            <a:r>
              <a:rPr lang="en-US" sz="1300" b="1" dirty="0">
                <a:solidFill>
                  <a:srgbClr val="FFFFFF"/>
                </a:solidFill>
                <a:latin typeface="Times New Roman"/>
              </a:rPr>
              <a:t>                       </a:t>
            </a:r>
            <a:r>
              <a:rPr sz="1300" b="1" dirty="0">
                <a:solidFill>
                  <a:srgbClr val="FFFFFF"/>
                </a:solidFill>
                <a:latin typeface="Times New Roman"/>
              </a:rPr>
              <a:t>Analysis</a:t>
            </a:r>
            <a:endParaRPr sz="1300" b="1" dirty="0">
              <a:solidFill>
                <a:srgbClr val="FFFFFF"/>
              </a:solidFill>
              <a:latin typeface="Times New Roman"/>
              <a:cs typeface="Times New Roman"/>
            </a:endParaRPr>
          </a:p>
        </p:txBody>
      </p:sp>
      <p:sp>
        <p:nvSpPr>
          <p:cNvPr id="20" name="Down Arrow 19"/>
          <p:cNvSpPr/>
          <p:nvPr/>
        </p:nvSpPr>
        <p:spPr>
          <a:xfrm>
            <a:off x="4572000" y="2999232"/>
            <a:ext cx="640080" cy="640080"/>
          </a:xfrm>
          <a:prstGeom prst="downArrow">
            <a:avLst/>
          </a:prstGeom>
          <a:solidFill>
            <a:srgbClr val="C25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a:cs typeface="Times New Roman"/>
            </a:endParaRPr>
          </a:p>
        </p:txBody>
      </p:sp>
      <p:sp>
        <p:nvSpPr>
          <p:cNvPr id="21" name="TextBox 20"/>
          <p:cNvSpPr txBox="1"/>
          <p:nvPr/>
        </p:nvSpPr>
        <p:spPr>
          <a:xfrm>
            <a:off x="411480" y="5074920"/>
            <a:ext cx="9144000" cy="457200"/>
          </a:xfrm>
          <a:prstGeom prst="rect">
            <a:avLst/>
          </a:prstGeom>
          <a:noFill/>
        </p:spPr>
        <p:txBody>
          <a:bodyPr wrap="none">
            <a:spAutoFit/>
          </a:bodyPr>
          <a:lstStyle/>
          <a:p>
            <a:pPr algn="ctr"/>
            <a:r>
              <a:rPr sz="1300">
                <a:solidFill>
                  <a:srgbClr val="233464"/>
                </a:solidFill>
                <a:latin typeface="Times New Roman"/>
              </a:rPr>
              <a:t>Output: cleaned dataset → summary tables → visualizations → interpreted job-demand insights</a:t>
            </a:r>
          </a:p>
        </p:txBody>
      </p:sp>
      <p:pic>
        <p:nvPicPr>
          <p:cNvPr id="3" name="object 3">
            <a:extLst>
              <a:ext uri="{FF2B5EF4-FFF2-40B4-BE49-F238E27FC236}">
                <a16:creationId xmlns:a16="http://schemas.microsoft.com/office/drawing/2014/main" id="{6B388BAA-B465-230D-63C0-03466E7C409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9352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latin typeface="Times New Roman"/>
                <a:cs typeface="Times New Roman"/>
              </a:endParaRPr>
            </a:p>
          </p:txBody>
        </p:sp>
      </p:gr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14" name="TextBox 13"/>
          <p:cNvSpPr txBox="1"/>
          <p:nvPr/>
        </p:nvSpPr>
        <p:spPr>
          <a:xfrm>
            <a:off x="2488870" y="3684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a:latin typeface="Times New Roman"/>
              </a:rPr>
              <a:t>CONCLUSION</a:t>
            </a:r>
          </a:p>
        </p:txBody>
      </p:sp>
      <p:sp>
        <p:nvSpPr>
          <p:cNvPr id="15" name="TextBox 14"/>
          <p:cNvSpPr txBox="1"/>
          <p:nvPr/>
        </p:nvSpPr>
        <p:spPr>
          <a:xfrm>
            <a:off x="777240" y="1463040"/>
            <a:ext cx="8412480" cy="3875420"/>
          </a:xfrm>
          <a:prstGeom prst="rect">
            <a:avLst/>
          </a:prstGeom>
          <a:noFill/>
        </p:spPr>
        <p:txBody>
          <a:bodyPr wrap="square" lIns="91440" tIns="45720" rIns="91440" bIns="45720" anchor="t">
            <a:spAutoFit/>
          </a:bodyPr>
          <a:lstStyle/>
          <a:p>
            <a:pPr marL="342900" indent="-342900" algn="just">
              <a:spcAft>
                <a:spcPts val="700"/>
              </a:spcAft>
              <a:buFont typeface="Arial"/>
              <a:buChar char="•"/>
              <a:defRPr sz="2000" b="0">
                <a:solidFill>
                  <a:srgbClr val="2D2D2D"/>
                </a:solidFill>
                <a:latin typeface="Aptos"/>
              </a:defRPr>
            </a:pPr>
            <a:r>
              <a:rPr sz="2400" dirty="0">
                <a:latin typeface="Times New Roman"/>
                <a:cs typeface="Times New Roman"/>
              </a:rPr>
              <a:t>Job Demand Analysis converts raw job-posting records into structured information about roles, skills, locations, experience and salary.</a:t>
            </a:r>
            <a:endParaRPr lang="en-US" sz="2000" dirty="0">
              <a:latin typeface="Times New Roman"/>
              <a:cs typeface="Times New Roman"/>
            </a:endParaRPr>
          </a:p>
          <a:p>
            <a:pPr marL="342900" indent="-342900" algn="just">
              <a:buFont typeface="Arial"/>
              <a:buChar char="•"/>
              <a:defRPr sz="2000" b="0">
                <a:solidFill>
                  <a:srgbClr val="2D2D2D"/>
                </a:solidFill>
                <a:latin typeface="Aptos"/>
              </a:defRPr>
            </a:pPr>
            <a:r>
              <a:rPr sz="2400" dirty="0">
                <a:solidFill>
                  <a:srgbClr val="000000"/>
                </a:solidFill>
                <a:latin typeface="Times New Roman"/>
                <a:cs typeface="Times New Roman"/>
              </a:rPr>
              <a:t>The project follows the required 8-stage data pipeline from loading to results interpretation.</a:t>
            </a:r>
            <a:endParaRPr lang="en-US">
              <a:solidFill>
                <a:srgbClr val="000000"/>
              </a:solidFill>
              <a:latin typeface="Times New Roman"/>
              <a:cs typeface="Times New Roman"/>
            </a:endParaRPr>
          </a:p>
          <a:p>
            <a:pPr marL="342900" indent="-342900" algn="just">
              <a:buFont typeface="Arial"/>
              <a:buChar char="•"/>
            </a:pPr>
            <a:r>
              <a:rPr sz="2400" dirty="0">
                <a:latin typeface="Times New Roman"/>
                <a:cs typeface="Times New Roman"/>
              </a:rPr>
              <a:t>Aggregation and visualization make demand patterns easier to compare and communicate.</a:t>
            </a:r>
          </a:p>
          <a:p>
            <a:pPr marL="342900" indent="-342900" algn="just">
              <a:buFont typeface="Arial"/>
              <a:buChar char="•"/>
            </a:pPr>
            <a:r>
              <a:rPr sz="2400" dirty="0">
                <a:latin typeface="Times New Roman"/>
                <a:cs typeface="Times New Roman"/>
              </a:rPr>
              <a:t>The current dataset contains 1,200 records and covers posting years 2023–2026.</a:t>
            </a:r>
          </a:p>
          <a:p>
            <a:pPr marL="342900" indent="-342900" algn="just">
              <a:buFont typeface="Arial"/>
              <a:buChar char="•"/>
            </a:pPr>
            <a:r>
              <a:rPr sz="2400" dirty="0">
                <a:latin typeface="Times New Roman"/>
                <a:cs typeface="Times New Roman"/>
              </a:rPr>
              <a:t>Findings are specific to this dataset and its collection period.</a:t>
            </a:r>
          </a:p>
        </p:txBody>
      </p:sp>
      <p:sp>
        <p:nvSpPr>
          <p:cNvPr id="16" name="TextBox 15"/>
          <p:cNvSpPr txBox="1"/>
          <p:nvPr/>
        </p:nvSpPr>
        <p:spPr>
          <a:xfrm>
            <a:off x="872251" y="6126486"/>
            <a:ext cx="8138160" cy="830997"/>
          </a:xfrm>
          <a:prstGeom prst="rect">
            <a:avLst/>
          </a:prstGeom>
          <a:noFill/>
        </p:spPr>
        <p:txBody>
          <a:bodyPr wrap="square">
            <a:spAutoFit/>
          </a:bodyPr>
          <a:lstStyle/>
          <a:p>
            <a:pPr algn="ctr">
              <a:spcAft>
                <a:spcPts val="700"/>
              </a:spcAft>
              <a:defRPr sz="1600" b="1">
                <a:solidFill>
                  <a:srgbClr val="C25B30"/>
                </a:solidFill>
                <a:latin typeface="Aptos"/>
              </a:defRPr>
            </a:pPr>
            <a:r>
              <a:rPr sz="2400">
                <a:latin typeface="Times New Roman"/>
              </a:rPr>
              <a:t>Future scope: larger or live datasets, automated skill extraction, interactive dashboards and predictive job-demand analysis.</a:t>
            </a:r>
          </a:p>
        </p:txBody>
      </p:sp>
    </p:spTree>
    <p:extLst>
      <p:ext uri="{BB962C8B-B14F-4D97-AF65-F5344CB8AC3E}">
        <p14:creationId xmlns:p14="http://schemas.microsoft.com/office/powerpoint/2010/main" val="2694192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p:cNvSpPr txBox="1"/>
          <p:nvPr/>
        </p:nvSpPr>
        <p:spPr>
          <a:xfrm>
            <a:off x="1257302" y="2266230"/>
            <a:ext cx="7543800" cy="3132565"/>
          </a:xfrm>
          <a:prstGeom prst="rect">
            <a:avLst/>
          </a:prstGeom>
        </p:spPr>
        <p:txBody>
          <a:bodyPr vert="horz" lIns="91440" tIns="45720" rIns="91440" bIns="45720" rtlCol="0" anchor="ctr">
            <a:normAutofit/>
          </a:bodyPr>
          <a:lstStyle/>
          <a:p>
            <a:pPr algn="ctr" rtl="0">
              <a:lnSpc>
                <a:spcPct val="90000"/>
              </a:lnSpc>
              <a:spcBef>
                <a:spcPct val="0"/>
              </a:spcBef>
              <a:spcAft>
                <a:spcPts val="700"/>
              </a:spcAft>
              <a:defRPr sz="3400" b="1">
                <a:solidFill>
                  <a:srgbClr val="233464"/>
                </a:solidFill>
                <a:latin typeface="Aptos"/>
              </a:defRPr>
            </a:pPr>
            <a:r>
              <a:rPr sz="3600">
                <a:latin typeface="Times New Roman"/>
              </a:rPr>
              <a:t>THANK YOU</a:t>
            </a:r>
          </a:p>
        </p:txBody>
      </p:sp>
      <p:pic>
        <p:nvPicPr>
          <p:cNvPr id="8" name="object 3">
            <a:extLst>
              <a:ext uri="{FF2B5EF4-FFF2-40B4-BE49-F238E27FC236}">
                <a16:creationId xmlns:a16="http://schemas.microsoft.com/office/drawing/2014/main" id="{A36E30A8-BD1B-0058-4620-F390351DADBD}"/>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Axis">
  <a:themeElements>
    <a:clrScheme name="Axis">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Axis">
      <a:majorFont>
        <a:latin typeface="Neue Haas Grotesk Text Pro"/>
        <a:ea typeface=""/>
        <a:cs typeface=""/>
      </a:majorFont>
      <a:minorFont>
        <a:latin typeface="Neue Haas Grotesk Text Pro"/>
        <a:ea typeface=""/>
        <a:cs typeface=""/>
      </a:minorFont>
    </a:fontScheme>
    <a:fmtScheme name="Ax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626E1DE4-363E-4A1A-A3CD-C79E498A714F}" vid="{3530EF86-100D-4C27-9316-4189EFA98A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3203</TotalTime>
  <Words>743</Words>
  <Application>Microsoft Office PowerPoint</Application>
  <PresentationFormat>Custom</PresentationFormat>
  <Paragraphs>133</Paragraphs>
  <Slides>16</Slides>
  <Notes>2</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Axis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purna chand</cp:lastModifiedBy>
  <cp:revision>627</cp:revision>
  <cp:lastPrinted>2025-10-14T18:21:49Z</cp:lastPrinted>
  <dcterms:created xsi:type="dcterms:W3CDTF">2025-10-10T08:28:06Z</dcterms:created>
  <dcterms:modified xsi:type="dcterms:W3CDTF">2026-10-02T14:14:16Z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